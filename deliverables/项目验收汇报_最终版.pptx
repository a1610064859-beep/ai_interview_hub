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b604232e34773" /><Relationship Type="http://schemas.openxmlformats.org/officeDocument/2006/relationships/extended-properties" Target="/docProps/app.xml" Id="Rd6819ba2b76a48d7" /><Relationship Type="http://schemas.openxmlformats.org/officeDocument/2006/relationships/officeDocument" Target="/ppt/presentation.xml" Id="Rc9f4d4eaf0a34d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e7447a81944f7"/>
  </p:sldMasterIdLst>
  <p:notesMasterIdLst>
    <p:notesMasterId xmlns:r="http://schemas.openxmlformats.org/officeDocument/2006/relationships" r:id="R19d71a6885304da9"/>
  </p:notesMasterIdLst>
  <p:sldIdLst>
    <p:sldId xmlns:r="http://schemas.openxmlformats.org/officeDocument/2006/relationships" id="256" r:id="Raef4f863677b42d8"/>
    <p:sldId xmlns:r="http://schemas.openxmlformats.org/officeDocument/2006/relationships" id="257" r:id="Re358414a4aec4bf6"/>
    <p:sldId xmlns:r="http://schemas.openxmlformats.org/officeDocument/2006/relationships" id="258" r:id="Ra04c5015b7f54ef8"/>
    <p:sldId xmlns:r="http://schemas.openxmlformats.org/officeDocument/2006/relationships" id="259" r:id="R54570fa6bfc94e2f"/>
    <p:sldId xmlns:r="http://schemas.openxmlformats.org/officeDocument/2006/relationships" id="260" r:id="R19725180989b43cc"/>
    <p:sldId xmlns:r="http://schemas.openxmlformats.org/officeDocument/2006/relationships" id="261" r:id="Rc40afaee4e3b4b51"/>
    <p:sldId xmlns:r="http://schemas.openxmlformats.org/officeDocument/2006/relationships" id="262" r:id="R0a4e7633c9b249e6"/>
    <p:sldId xmlns:r="http://schemas.openxmlformats.org/officeDocument/2006/relationships" id="263" r:id="Rfff85c40c58d4037"/>
    <p:sldId xmlns:r="http://schemas.openxmlformats.org/officeDocument/2006/relationships" id="264" r:id="R87468bd4eabc40fd"/>
    <p:sldId xmlns:r="http://schemas.openxmlformats.org/officeDocument/2006/relationships" id="265" r:id="Ree3de9a67cf64b59"/>
    <p:sldId xmlns:r="http://schemas.openxmlformats.org/officeDocument/2006/relationships" id="266" r:id="Rcf22d1c367794a62"/>
    <p:sldId xmlns:r="http://schemas.openxmlformats.org/officeDocument/2006/relationships" id="267" r:id="R4846316903f74c35"/>
    <p:sldId xmlns:r="http://schemas.openxmlformats.org/officeDocument/2006/relationships" id="268" r:id="Re2f3dab5f5f4468f"/>
    <p:sldId xmlns:r="http://schemas.openxmlformats.org/officeDocument/2006/relationships" id="269" r:id="Rfe1b4c5452b1460d"/>
    <p:sldId xmlns:r="http://schemas.openxmlformats.org/officeDocument/2006/relationships" id="270" r:id="R504da5fd37e841e0"/>
    <p:sldId xmlns:r="http://schemas.openxmlformats.org/officeDocument/2006/relationships" id="271" r:id="R0688d1cee0364f61"/>
    <p:sldId xmlns:r="http://schemas.openxmlformats.org/officeDocument/2006/relationships" id="272" r:id="R4a275d999c3d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105d096e04073" /><Relationship Type="http://schemas.openxmlformats.org/officeDocument/2006/relationships/slideMaster" Target="/ppt/slideMasters/slideMaster1.xml" Id="R95fe7447a81944f7" /><Relationship Type="http://schemas.openxmlformats.org/officeDocument/2006/relationships/notesMaster" Target="/ppt/notesMasters/notesMaster1.xml" Id="R19d71a6885304da9" /><Relationship Type="http://schemas.openxmlformats.org/officeDocument/2006/relationships/presProps" Target="/ppt/presProps.xml" Id="R78284960a74e4a58" /><Relationship Type="http://schemas.openxmlformats.org/officeDocument/2006/relationships/tableStyles" Target="/ppt/tableStyles.xml" Id="Red00ed9bb3924de5" /><Relationship Type="http://schemas.openxmlformats.org/officeDocument/2006/relationships/slide" Target="/ppt/slides/slide1.xml" Id="Raef4f863677b42d8" /><Relationship Type="http://schemas.openxmlformats.org/officeDocument/2006/relationships/slide" Target="/ppt/slides/slide2.xml" Id="Re358414a4aec4bf6" /><Relationship Type="http://schemas.openxmlformats.org/officeDocument/2006/relationships/slide" Target="/ppt/slides/slide3.xml" Id="Ra04c5015b7f54ef8" /><Relationship Type="http://schemas.openxmlformats.org/officeDocument/2006/relationships/slide" Target="/ppt/slides/slide4.xml" Id="R54570fa6bfc94e2f" /><Relationship Type="http://schemas.openxmlformats.org/officeDocument/2006/relationships/slide" Target="/ppt/slides/slide5.xml" Id="R19725180989b43cc" /><Relationship Type="http://schemas.openxmlformats.org/officeDocument/2006/relationships/slide" Target="/ppt/slides/slide6.xml" Id="Rc40afaee4e3b4b51" /><Relationship Type="http://schemas.openxmlformats.org/officeDocument/2006/relationships/slide" Target="/ppt/slides/slide7.xml" Id="R0a4e7633c9b249e6" /><Relationship Type="http://schemas.openxmlformats.org/officeDocument/2006/relationships/slide" Target="/ppt/slides/slide8.xml" Id="Rfff85c40c58d4037" /><Relationship Type="http://schemas.openxmlformats.org/officeDocument/2006/relationships/slide" Target="/ppt/slides/slide9.xml" Id="R87468bd4eabc40fd" /><Relationship Type="http://schemas.openxmlformats.org/officeDocument/2006/relationships/slide" Target="/ppt/slides/slide10.xml" Id="Ree3de9a67cf64b59" /><Relationship Type="http://schemas.openxmlformats.org/officeDocument/2006/relationships/slide" Target="/ppt/slides/slide11.xml" Id="Rcf22d1c367794a62" /><Relationship Type="http://schemas.openxmlformats.org/officeDocument/2006/relationships/slide" Target="/ppt/slides/slide12.xml" Id="R4846316903f74c35" /><Relationship Type="http://schemas.openxmlformats.org/officeDocument/2006/relationships/slide" Target="/ppt/slides/slide13.xml" Id="Re2f3dab5f5f4468f" /><Relationship Type="http://schemas.openxmlformats.org/officeDocument/2006/relationships/slide" Target="/ppt/slides/slide14.xml" Id="Rfe1b4c5452b1460d" /><Relationship Type="http://schemas.openxmlformats.org/officeDocument/2006/relationships/slide" Target="/ppt/slides/slide15.xml" Id="R504da5fd37e841e0" /><Relationship Type="http://schemas.openxmlformats.org/officeDocument/2006/relationships/slide" Target="/ppt/slides/slide16.xml" Id="R0688d1cee0364f61" /><Relationship Type="http://schemas.openxmlformats.org/officeDocument/2006/relationships/slide" Target="/ppt/slides/slide17.xml" Id="R4a275d999c3d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34716b4ee9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3161be7a704cea" /><Relationship Type="http://schemas.openxmlformats.org/officeDocument/2006/relationships/notesMaster" Target="/ppt/notesMasters/notesMaster1.xml" Id="R21ca4dd95b85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cb72259864021" /><Relationship Type="http://schemas.openxmlformats.org/officeDocument/2006/relationships/notesMaster" Target="/ppt/notesMasters/notesMaster1.xml" Id="Rfabd0e6001f5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b34fe143104500" /><Relationship Type="http://schemas.openxmlformats.org/officeDocument/2006/relationships/notesMaster" Target="/ppt/notesMasters/notesMaster1.xml" Id="R7a1c7768072243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a0164e4ea419d" /><Relationship Type="http://schemas.openxmlformats.org/officeDocument/2006/relationships/notesMaster" Target="/ppt/notesMasters/notesMaster1.xml" Id="Red934fa0c70c47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f0f7527bb4901" /><Relationship Type="http://schemas.openxmlformats.org/officeDocument/2006/relationships/notesMaster" Target="/ppt/notesMasters/notesMaster1.xml" Id="Ra7a59834f92c4e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e5f91c51e4c6c" /><Relationship Type="http://schemas.openxmlformats.org/officeDocument/2006/relationships/notesMaster" Target="/ppt/notesMasters/notesMaster1.xml" Id="Rb2521472d083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d7305b7fd64916" /><Relationship Type="http://schemas.openxmlformats.org/officeDocument/2006/relationships/notesMaster" Target="/ppt/notesMasters/notesMaster1.xml" Id="Rdf4b77436aa14d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a144d88ec47d4" /><Relationship Type="http://schemas.openxmlformats.org/officeDocument/2006/relationships/notesMaster" Target="/ppt/notesMasters/notesMaster1.xml" Id="Rcdb0fa1de41041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5173f1d771436d" /><Relationship Type="http://schemas.openxmlformats.org/officeDocument/2006/relationships/notesMaster" Target="/ppt/notesMasters/notesMaster1.xml" Id="R14b6d293febb42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7ed9e3df814fda" /><Relationship Type="http://schemas.openxmlformats.org/officeDocument/2006/relationships/notesMaster" Target="/ppt/notesMasters/notesMaster1.xml" Id="R1be985c9f90442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080f95a7124d95" /><Relationship Type="http://schemas.openxmlformats.org/officeDocument/2006/relationships/notesMaster" Target="/ppt/notesMasters/notesMaster1.xml" Id="R432504c566f348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64d6074abd4aab" /><Relationship Type="http://schemas.openxmlformats.org/officeDocument/2006/relationships/notesMaster" Target="/ppt/notesMasters/notesMaster1.xml" Id="R3324bd19bc7444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cbd2f523734399" /><Relationship Type="http://schemas.openxmlformats.org/officeDocument/2006/relationships/notesMaster" Target="/ppt/notesMasters/notesMaster1.xml" Id="R4c4e099df8a748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3d5af63fff4c22" /><Relationship Type="http://schemas.openxmlformats.org/officeDocument/2006/relationships/notesMaster" Target="/ppt/notesMasters/notesMaster1.xml" Id="R6c31456649d443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f1982cfe5c4cdb" /><Relationship Type="http://schemas.openxmlformats.org/officeDocument/2006/relationships/notesMaster" Target="/ppt/notesMasters/notesMaster1.xml" Id="R5a989ee42d5a49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b3fbba0f544336" /><Relationship Type="http://schemas.openxmlformats.org/officeDocument/2006/relationships/notesMaster" Target="/ppt/notesMasters/notesMaster1.xml" Id="Rd0eaef03c52741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0e530e60fb46f7" /><Relationship Type="http://schemas.openxmlformats.org/officeDocument/2006/relationships/notesMaster" Target="/ppt/notesMasters/notesMaster1.xml" Id="Reead96d3a120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2d5b8a08440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456116fbd4afd" /><Relationship Type="http://schemas.openxmlformats.org/officeDocument/2006/relationships/slideLayout" Target="/ppt/slideLayouts/slideLayout1.xml" Id="R7ab5eba2098248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5eba20982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2a6eb79d459d" /><Relationship Type="http://schemas.openxmlformats.org/officeDocument/2006/relationships/image" Target="/ppt/media/image.jpeg" Id="R9b9befb2ba754f68" /><Relationship Type="http://schemas.openxmlformats.org/officeDocument/2006/relationships/notesSlide" Target="/ppt/notesSlides/notesSlide1.xml" Id="R754429502008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4e1e72dfd4955" /><Relationship Type="http://schemas.openxmlformats.org/officeDocument/2006/relationships/image" Target="/ppt/media/image2.jpeg" Id="R71e859a8fdb84ebd" /><Relationship Type="http://schemas.openxmlformats.org/officeDocument/2006/relationships/notesSlide" Target="/ppt/notesSlides/notesSlide2.xml" Id="Rbccebab4588040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0d36be1924b1e" /><Relationship Type="http://schemas.openxmlformats.org/officeDocument/2006/relationships/image" Target="/ppt/media/image3.jpeg" Id="Reaafb37d634c4f20" /><Relationship Type="http://schemas.openxmlformats.org/officeDocument/2006/relationships/notesSlide" Target="/ppt/notesSlides/notesSlide3.xml" Id="Rbfe7296685f647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b34aafa94ef7" /><Relationship Type="http://schemas.openxmlformats.org/officeDocument/2006/relationships/image" Target="/ppt/media/image4.jpeg" Id="R1a5dbcd213ac4d67" /><Relationship Type="http://schemas.openxmlformats.org/officeDocument/2006/relationships/notesSlide" Target="/ppt/notesSlides/notesSlide4.xml" Id="R49c341e9e17c45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e8f712d5b4b2a" /><Relationship Type="http://schemas.openxmlformats.org/officeDocument/2006/relationships/image" Target="/ppt/media/image5.jpeg" Id="R61bd196500924332" /><Relationship Type="http://schemas.openxmlformats.org/officeDocument/2006/relationships/notesSlide" Target="/ppt/notesSlides/notesSlide5.xml" Id="R76ae2937584645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10451cc7f4b15" /><Relationship Type="http://schemas.openxmlformats.org/officeDocument/2006/relationships/image" Target="/ppt/media/image6.jpeg" Id="Ra739ce19838f41a1" /><Relationship Type="http://schemas.openxmlformats.org/officeDocument/2006/relationships/notesSlide" Target="/ppt/notesSlides/notesSlide6.xml" Id="Re5b4bfedc7ae4c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70e2cc7ca448d" /><Relationship Type="http://schemas.openxmlformats.org/officeDocument/2006/relationships/image" Target="/ppt/media/image7.jpeg" Id="R4194ca85503845b1" /><Relationship Type="http://schemas.openxmlformats.org/officeDocument/2006/relationships/notesSlide" Target="/ppt/notesSlides/notesSlide7.xml" Id="Rae8a4c21c677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8a3b16144d06" /><Relationship Type="http://schemas.openxmlformats.org/officeDocument/2006/relationships/image" Target="/ppt/media/image8.jpeg" Id="R62a7f59bc1bc4cb0" /><Relationship Type="http://schemas.openxmlformats.org/officeDocument/2006/relationships/notesSlide" Target="/ppt/notesSlides/notesSlide8.xml" Id="R7336d198d9d741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ec751d86c49cf" /><Relationship Type="http://schemas.openxmlformats.org/officeDocument/2006/relationships/image" Target="/ppt/media/image9.jpeg" Id="R5b37d7a6d5144c5a" /><Relationship Type="http://schemas.openxmlformats.org/officeDocument/2006/relationships/notesSlide" Target="/ppt/notesSlides/notesSlide9.xml" Id="R984ae2d2775745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ae585e454450d" /><Relationship Type="http://schemas.openxmlformats.org/officeDocument/2006/relationships/image" Target="/ppt/media/image10.jpeg" Id="Re0d12e8ecefd45f2" /><Relationship Type="http://schemas.openxmlformats.org/officeDocument/2006/relationships/notesSlide" Target="/ppt/notesSlides/notesSlide10.xml" Id="R1821a90e427844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ac53e834467d" /><Relationship Type="http://schemas.openxmlformats.org/officeDocument/2006/relationships/image" Target="/ppt/media/image11.jpeg" Id="R32c05c4f4dc240ee" /><Relationship Type="http://schemas.openxmlformats.org/officeDocument/2006/relationships/notesSlide" Target="/ppt/notesSlides/notesSlide11.xml" Id="Rc6487ca2511e4c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8b54199fd4cd3" /><Relationship Type="http://schemas.openxmlformats.org/officeDocument/2006/relationships/image" Target="/ppt/media/image12.jpeg" Id="R6d358db76c574de3" /><Relationship Type="http://schemas.openxmlformats.org/officeDocument/2006/relationships/notesSlide" Target="/ppt/notesSlides/notesSlide12.xml" Id="R909a5a46aeb24f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dc7c9e18c47cd" /><Relationship Type="http://schemas.openxmlformats.org/officeDocument/2006/relationships/image" Target="/ppt/media/image13.jpeg" Id="Rad7dae9bcdd24a1d" /><Relationship Type="http://schemas.openxmlformats.org/officeDocument/2006/relationships/notesSlide" Target="/ppt/notesSlides/notesSlide13.xml" Id="Rc0aa146dcd704a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f63eba8364038" /><Relationship Type="http://schemas.openxmlformats.org/officeDocument/2006/relationships/image" Target="/ppt/media/image14.jpeg" Id="R166e6192b33e4c47" /><Relationship Type="http://schemas.openxmlformats.org/officeDocument/2006/relationships/notesSlide" Target="/ppt/notesSlides/notesSlide14.xml" Id="R9646a987d1ef41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aa0f15bfc4730" /><Relationship Type="http://schemas.openxmlformats.org/officeDocument/2006/relationships/image" Target="/ppt/media/image15.jpeg" Id="R06dbc7ca6b0e43d4" /><Relationship Type="http://schemas.openxmlformats.org/officeDocument/2006/relationships/notesSlide" Target="/ppt/notesSlides/notesSlide15.xml" Id="R6f98d38e669949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02c26d32d4813" /><Relationship Type="http://schemas.openxmlformats.org/officeDocument/2006/relationships/image" Target="/ppt/media/image16.jpeg" Id="R0a1f4142f44d4e15" /><Relationship Type="http://schemas.openxmlformats.org/officeDocument/2006/relationships/notesSlide" Target="/ppt/notesSlides/notesSlide16.xml" Id="Rd296e348ca8c42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4304e880b492b" /><Relationship Type="http://schemas.openxmlformats.org/officeDocument/2006/relationships/image" Target="/ppt/media/image17.jpeg" Id="Rce7055d832b94596" /><Relationship Type="http://schemas.openxmlformats.org/officeDocument/2006/relationships/notesSlide" Target="/ppt/notesSlides/notesSlide17.xml" Id="R9547e2be2ada47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efb2ba75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59a8fdb84e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05–06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07–08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09–10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14–17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b37d634c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命题要求：让训练成果服务学生与企业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新生缺少职业认知，毕业生缺少面试练习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先了解岗位要求，再通过模拟问答获得反馈；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保留训练历史，帮助学生有针对性地练习。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仅凭简历难以看清岗位能力与表达表现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围绕岗位要求建立题库与考察重点；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结合训练报告比较候选人，并追溯回答依据。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项目端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学生训练与企业筛选缺少衔接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将岗位、题目、会话和报告连接起来；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形成可在学校或局域网落地的面试仓方案。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核心目标：学生知道如何改进，企业知道筛选依据来自哪里。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bcd213ac4d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CB6E-1356-43D0-8B39-6DE014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65078-D19D-4634-9642-9B183D9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622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B257-AAA4-41B2-AC58-F125F00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7F7AB-12CD-4D26-89E4-967D12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B095-838F-4401-8879-8926B11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2B37-8313-441D-96A5-7A8985C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127C-B08E-49B2-A4B4-AC6550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2995E-30A5-40E7-B6B3-D1D5C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d1965009243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9ce19838f41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补学再答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返回当前题继续作答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4ca85503845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07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2E6D-5A41-4F03-A121-890130C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0C22-A966-4EBE-BAF4-7B76C06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F172-6F8C-4F68-9C24-03A3E48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FC88-B204-4E0D-BB9D-369BA1F4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5D884-3BC8-4521-A8B3-CB30D43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18E23-77BC-48F5-95B5-2EC4B368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7f59bc1bc4c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学生面试：六题训练与逐题即时反馈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每答一题，立即看本题练习分（或未评分）、问题分析、原话依据和改进建议；去学习后返回继续。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7d7a6d5144c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2e8ecefd45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逻辑结构：任务、行动、结果说清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表达：语速、停顿、填充词；素养：安全、协作、责任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05c4f4dc240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最近两次可比训练给出分数变化，帮助学生回看本次表现。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没有记录或只有一次训练时说明原因，不生成虚构趋势。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8db76c574d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企业选择岗位，查看该岗位下符合条件的训练记录。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每位学生保留最近一份符合资格的报告。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按岗位权重汇总有效评分，再进行候选比较。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点击候选人可查看来源报告，核对评分理由。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不同岗位与评分口径隔离。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缺失维度不按零分处罚，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最终判断保留人工复核。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ae9bcdd24a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6192b33e4c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c7ca6b0e43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4142f44d4e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55d832b945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2026-09-28T15:01:05.4990000Z</dcterms:created>
  <dcterms:modified xsi:type="dcterms:W3CDTF">2026-09-28T15:01:05.4990000Z</dcterms:modified>
</coreProperties>
</file>