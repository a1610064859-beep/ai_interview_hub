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tech_illustration_1.svg" ContentType="image/svg+xml"/>
  <Override PartName="/ppt/media/tech_illustration_2.svg" ContentType="image/svg+xml"/>
  <Override PartName="/ppt/media/tech_illustration_3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98b604232e34773" Type="http://schemas.openxmlformats.org/package/2006/relationships/metadata/core-properties" Target="docProps/core.xml"/><Relationship Id="Rc9f4d4eaf0a34dee" Type="http://schemas.openxmlformats.org/officeDocument/2006/relationships/officeDocument" Target="ppt/presentation.xml"/><Relationship Id="Rd6819ba2b76a48d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e7447a81944f7"/>
  </p:sldMasterIdLst>
  <p:notesMasterIdLst>
    <p:notesMasterId xmlns:r="http://schemas.openxmlformats.org/officeDocument/2006/relationships" r:id="R19d71a6885304da9"/>
  </p:notesMasterIdLst>
  <p:sldIdLst>
    <p:sldId xmlns:r="http://schemas.openxmlformats.org/officeDocument/2006/relationships" id="256" r:id="Raef4f863677b42d8"/>
    <p:sldId xmlns:r="http://schemas.openxmlformats.org/officeDocument/2006/relationships" id="257" r:id="Re358414a4aec4bf6"/>
    <p:sldId xmlns:r="http://schemas.openxmlformats.org/officeDocument/2006/relationships" id="258" r:id="Ra04c5015b7f54ef8"/>
    <p:sldId xmlns:ns0="http://schemas.openxmlformats.org/officeDocument/2006/relationships" id="273" ns0:id="rId23"/>
    <p:sldId xmlns:r="http://schemas.openxmlformats.org/officeDocument/2006/relationships" id="259" r:id="R54570fa6bfc94e2f"/>
    <p:sldId xmlns:r="http://schemas.openxmlformats.org/officeDocument/2006/relationships" id="260" r:id="R19725180989b43cc"/>
    <p:sldId xmlns:r="http://schemas.openxmlformats.org/officeDocument/2006/relationships" id="261" r:id="Rc40afaee4e3b4b51"/>
    <p:sldId xmlns:r="http://schemas.openxmlformats.org/officeDocument/2006/relationships" id="262" r:id="R0a4e7633c9b249e6"/>
    <p:sldId xmlns:ns0="http://schemas.openxmlformats.org/officeDocument/2006/relationships" id="274" ns0:id="rId24"/>
    <p:sldId xmlns:r="http://schemas.openxmlformats.org/officeDocument/2006/relationships" id="263" r:id="Rfff85c40c58d4037"/>
    <p:sldId xmlns:r="http://schemas.openxmlformats.org/officeDocument/2006/relationships" id="264" r:id="R87468bd4eabc40fd"/>
    <p:sldId xmlns:ns0="http://schemas.openxmlformats.org/officeDocument/2006/relationships" id="275" ns0:id="rId25"/>
    <p:sldId xmlns:r="http://schemas.openxmlformats.org/officeDocument/2006/relationships" id="265" r:id="Ree3de9a67cf64b59"/>
    <p:sldId xmlns:ns0="http://schemas.openxmlformats.org/officeDocument/2006/relationships" id="276" ns0:id="rId26"/>
    <p:sldId xmlns:r="http://schemas.openxmlformats.org/officeDocument/2006/relationships" id="266" r:id="Rcf22d1c367794a62"/>
    <p:sldId xmlns:r="http://schemas.openxmlformats.org/officeDocument/2006/relationships" id="267" r:id="R4846316903f74c35"/>
    <p:sldId xmlns:r="http://schemas.openxmlformats.org/officeDocument/2006/relationships" id="268" r:id="Re2f3dab5f5f4468f"/>
    <p:sldId xmlns:r="http://schemas.openxmlformats.org/officeDocument/2006/relationships" id="269" r:id="Rfe1b4c5452b1460d"/>
    <p:sldId xmlns:r="http://schemas.openxmlformats.org/officeDocument/2006/relationships" id="270" r:id="R504da5fd37e841e0"/>
    <p:sldId xmlns:r="http://schemas.openxmlformats.org/officeDocument/2006/relationships" id="271" r:id="R0688d1cee0364f61"/>
    <p:sldId xmlns:r="http://schemas.openxmlformats.org/officeDocument/2006/relationships" id="272" r:id="R4a275d999c3d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88d1cee0364f61" Type="http://schemas.openxmlformats.org/officeDocument/2006/relationships/slide" Target="slides/slide17.xml"/><Relationship Id="R0a4e7633c9b249e6" Type="http://schemas.openxmlformats.org/officeDocument/2006/relationships/slide" Target="slides/slide8.xml"/><Relationship Id="R19725180989b43cc" Type="http://schemas.openxmlformats.org/officeDocument/2006/relationships/slide" Target="slides/slide6.xml"/><Relationship Id="R19d71a6885304da9" Type="http://schemas.openxmlformats.org/officeDocument/2006/relationships/notesMaster" Target="notesMasters/notesMaster1.xml"/><Relationship Id="R20b105d096e04073" Type="http://schemas.openxmlformats.org/officeDocument/2006/relationships/theme" Target="theme/theme1.xml"/><Relationship Id="R4846316903f74c35" Type="http://schemas.openxmlformats.org/officeDocument/2006/relationships/slide" Target="slides/slide13.xml"/><Relationship Id="R4a275d999c3d4a90" Type="http://schemas.openxmlformats.org/officeDocument/2006/relationships/slide" Target="slides/slide18.xml"/><Relationship Id="R504da5fd37e841e0" Type="http://schemas.openxmlformats.org/officeDocument/2006/relationships/slide" Target="slides/slide16.xml"/><Relationship Id="R54570fa6bfc94e2f" Type="http://schemas.openxmlformats.org/officeDocument/2006/relationships/slide" Target="slides/slide5.xml"/><Relationship Id="R78284960a74e4a58" Type="http://schemas.openxmlformats.org/officeDocument/2006/relationships/presProps" Target="presProps.xml"/><Relationship Id="R87468bd4eabc40fd" Type="http://schemas.openxmlformats.org/officeDocument/2006/relationships/slide" Target="slides/slide10.xml"/><Relationship Id="R95fe7447a81944f7" Type="http://schemas.openxmlformats.org/officeDocument/2006/relationships/slideMaster" Target="slideMasters/slideMaster1.xml"/><Relationship Id="Ra04c5015b7f54ef8" Type="http://schemas.openxmlformats.org/officeDocument/2006/relationships/slide" Target="slides/slide3.xml"/><Relationship Id="Raef4f863677b42d8" Type="http://schemas.openxmlformats.org/officeDocument/2006/relationships/slide" Target="slides/slide1.xml"/><Relationship Id="Rc40afaee4e3b4b51" Type="http://schemas.openxmlformats.org/officeDocument/2006/relationships/slide" Target="slides/slide7.xml"/><Relationship Id="Rcf22d1c367794a62" Type="http://schemas.openxmlformats.org/officeDocument/2006/relationships/slide" Target="slides/slide12.xml"/><Relationship Id="Re2f3dab5f5f4468f" Type="http://schemas.openxmlformats.org/officeDocument/2006/relationships/slide" Target="slides/slide14.xml"/><Relationship Id="Re358414a4aec4bf6" Type="http://schemas.openxmlformats.org/officeDocument/2006/relationships/slide" Target="slides/slide2.xml"/><Relationship Id="Red00ed9bb3924de5" Type="http://schemas.openxmlformats.org/officeDocument/2006/relationships/tableStyles" Target="tableStyles.xml"/><Relationship Id="Ree3de9a67cf64b59" Type="http://schemas.openxmlformats.org/officeDocument/2006/relationships/slide" Target="slides/slide11.xml"/><Relationship Id="Rfe1b4c5452b1460d" Type="http://schemas.openxmlformats.org/officeDocument/2006/relationships/slide" Target="slides/slide15.xml"/><Relationship Id="Rfff85c40c58d4037" Type="http://schemas.openxmlformats.org/officeDocument/2006/relationships/slide" Target="slides/slide9.xml"/><Relationship Id="rId23" Type="http://schemas.openxmlformats.org/officeDocument/2006/relationships/slide" Target="slides/slide4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ee34716b4ee9462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ca4dd95b8549f2" Type="http://schemas.openxmlformats.org/officeDocument/2006/relationships/notesMaster" Target="../notesMasters/notesMaster1.xml"/><Relationship Id="Rd43161be7a704ce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fabd0e6001f54c02" Type="http://schemas.openxmlformats.org/officeDocument/2006/relationships/notesMaster" Target="../notesMasters/notesMaster1.xml"/><Relationship Id="Rfddcb7225986402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a1c7768072243a9" Type="http://schemas.openxmlformats.org/officeDocument/2006/relationships/notesMaster" Target="../notesMasters/notesMaster1.xml"/><Relationship Id="Rfcb34fe14310450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e6ea0164e4ea419d" Type="http://schemas.openxmlformats.org/officeDocument/2006/relationships/slide" Target="../slides/slide5.xml"/><Relationship Id="Red934fa0c70c47f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e6f0f7527bb4901" Type="http://schemas.openxmlformats.org/officeDocument/2006/relationships/slide" Target="../slides/slide6.xml"/><Relationship Id="Ra7a59834f92c4e2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77e5f91c51e4c6c" Type="http://schemas.openxmlformats.org/officeDocument/2006/relationships/slide" Target="../slides/slide7.xml"/><Relationship Id="Rb2521472d0834c8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df4b77436aa14d76" Type="http://schemas.openxmlformats.org/officeDocument/2006/relationships/notesMaster" Target="../notesMasters/notesMaster1.xml"/><Relationship Id="Reed7305b7fd64916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493a144d88ec47d4" Type="http://schemas.openxmlformats.org/officeDocument/2006/relationships/slide" Target="../slides/slide9.xml"/><Relationship Id="Rcdb0fa1de410412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4b6d293febb4274" Type="http://schemas.openxmlformats.org/officeDocument/2006/relationships/notesMaster" Target="../notesMasters/notesMaster1.xml"/><Relationship Id="R1c5173f1d771436d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1be985c9f9044230" Type="http://schemas.openxmlformats.org/officeDocument/2006/relationships/notesMaster" Target="../notesMasters/notesMaster1.xml"/><Relationship Id="R5f7ed9e3df814fda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432504c566f3484f" Type="http://schemas.openxmlformats.org/officeDocument/2006/relationships/notesMaster" Target="../notesMasters/notesMaster1.xml"/><Relationship Id="R4c080f95a7124d95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3324bd19bc744489" Type="http://schemas.openxmlformats.org/officeDocument/2006/relationships/notesMaster" Target="../notesMasters/notesMaster1.xml"/><Relationship Id="Reb64d6074abd4aab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4c4e099df8a7482f" Type="http://schemas.openxmlformats.org/officeDocument/2006/relationships/notesMaster" Target="../notesMasters/notesMaster1.xml"/><Relationship Id="Rdacbd2f523734399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6c31456649d4438b" Type="http://schemas.openxmlformats.org/officeDocument/2006/relationships/notesMaster" Target="../notesMasters/notesMaster1.xml"/><Relationship Id="Ra53d5af63fff4c2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3af1982cfe5c4cdb" Type="http://schemas.openxmlformats.org/officeDocument/2006/relationships/slide" Target="../slides/slide16.xml"/><Relationship Id="R5a989ee42d5a49a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9b3fbba0f544336" Type="http://schemas.openxmlformats.org/officeDocument/2006/relationships/slide" Target="../slides/slide17.xml"/><Relationship Id="Rd0eaef03c52741e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40e530e60fb46f7" Type="http://schemas.openxmlformats.org/officeDocument/2006/relationships/slide" Target="../slides/slide18.xml"/><Relationship Id="Reead96d3a1204b7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cc2d5b8a084409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ab5eba209824812" Type="http://schemas.openxmlformats.org/officeDocument/2006/relationships/slideLayout" Target="../slideLayouts/slideLayout1.xml"/><Relationship Id="Ra4e456116fbd4af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5eba2098248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30c2a6eb79d459d" Type="http://schemas.openxmlformats.org/officeDocument/2006/relationships/slideLayout" Target="../slideLayouts/slideLayout1.xml"/><Relationship Id="R7544295020084ce5" Type="http://schemas.openxmlformats.org/officeDocument/2006/relationships/notesSlide" Target="../notesSlides/notesSlide1.xml"/><Relationship Id="R9b9befb2ba754f68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71e859a8fdb84ebd" Type="http://schemas.openxmlformats.org/officeDocument/2006/relationships/image" Target="../media/image2.jpeg"/><Relationship Id="Rbccebab4588040a4" Type="http://schemas.openxmlformats.org/officeDocument/2006/relationships/notesSlide" Target="../notesSlides/notesSlide2.xml"/><Relationship Id="Rd374e1e72dfd495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700d36be1924b1e" Type="http://schemas.openxmlformats.org/officeDocument/2006/relationships/slideLayout" Target="../slideLayouts/slideLayout1.xml"/><Relationship Id="Rbfe7296685f647d5" Type="http://schemas.openxmlformats.org/officeDocument/2006/relationships/notesSlide" Target="../notesSlides/notesSlide3.xml"/><Relationship Id="Reaafb37d634c4f20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1a5dbcd213ac4d67" Type="http://schemas.openxmlformats.org/officeDocument/2006/relationships/image" Target="../media/image4.jpeg"/><Relationship Id="R49c341e9e17c45e1" Type="http://schemas.openxmlformats.org/officeDocument/2006/relationships/notesSlide" Target="../notesSlides/notesSlide4.xml"/><Relationship Id="Ra0c1b34aafa94ef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1bd196500924332" Type="http://schemas.openxmlformats.org/officeDocument/2006/relationships/image" Target="../media/image5.jpeg"/><Relationship Id="R650e8f712d5b4b2a" Type="http://schemas.openxmlformats.org/officeDocument/2006/relationships/slideLayout" Target="../slideLayouts/slideLayout1.xml"/><Relationship Id="R76ae2937584645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02310451cc7f4b15" Type="http://schemas.openxmlformats.org/officeDocument/2006/relationships/slideLayout" Target="../slideLayouts/slideLayout1.xml"/><Relationship Id="Ra739ce19838f41a1" Type="http://schemas.openxmlformats.org/officeDocument/2006/relationships/image" Target="../media/image6.jpeg"/><Relationship Id="Re5b4bfedc7ae4c7c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4194ca85503845b1" Type="http://schemas.openxmlformats.org/officeDocument/2006/relationships/image" Target="../media/image7.jpeg"/><Relationship Id="Rae8a4c21c67742e5" Type="http://schemas.openxmlformats.org/officeDocument/2006/relationships/notesSlide" Target="../notesSlides/notesSlide7.xml"/><Relationship Id="Rc5b70e2cc7ca448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2fc8a3b16144d06" Type="http://schemas.openxmlformats.org/officeDocument/2006/relationships/slideLayout" Target="../slideLayouts/slideLayout1.xml"/><Relationship Id="R62a7f59bc1bc4cb0" Type="http://schemas.openxmlformats.org/officeDocument/2006/relationships/image" Target="../media/image8.jpeg"/><Relationship Id="R7336d198d9d74177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060ec751d86c49cf" Type="http://schemas.openxmlformats.org/officeDocument/2006/relationships/slideLayout" Target="../slideLayouts/slideLayout1.xml"/><Relationship Id="R5b37d7a6d5144c5a" Type="http://schemas.openxmlformats.org/officeDocument/2006/relationships/image" Target="../media/image9.jpeg"/><Relationship Id="R984ae2d27757457b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1821a90e427844f4" Type="http://schemas.openxmlformats.org/officeDocument/2006/relationships/notesSlide" Target="../notesSlides/notesSlide10.xml"/><Relationship Id="R58aae585e454450d" Type="http://schemas.openxmlformats.org/officeDocument/2006/relationships/slideLayout" Target="../slideLayouts/slideLayout1.xml"/><Relationship Id="Re0d12e8ecefd45f2" Type="http://schemas.openxmlformats.org/officeDocument/2006/relationships/image" Target="../media/image10.jpeg"/></Relationships>
</file>

<file path=ppt/slides/_rels/slide12.xml.rels><?xml version='1.0' encoding='UTF-8' standalone='yes'?>
<Relationships xmlns="http://schemas.openxmlformats.org/package/2006/relationships"><Relationship Id="R32c05c4f4dc240ee" Type="http://schemas.openxmlformats.org/officeDocument/2006/relationships/image" Target="../media/image11.jpeg"/><Relationship Id="R42f2ac53e834467d" Type="http://schemas.openxmlformats.org/officeDocument/2006/relationships/slideLayout" Target="../slideLayouts/slideLayout1.xml"/><Relationship Id="Rc6487ca2511e4cec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6098b54199fd4cd3" Type="http://schemas.openxmlformats.org/officeDocument/2006/relationships/slideLayout" Target="../slideLayouts/slideLayout1.xml"/><Relationship Id="R6d358db76c574de3" Type="http://schemas.openxmlformats.org/officeDocument/2006/relationships/image" Target="../media/image12.jpeg"/><Relationship Id="R909a5a46aeb24f8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ad7dae9bcdd24a1d" Type="http://schemas.openxmlformats.org/officeDocument/2006/relationships/image" Target="../media/image13.jpeg"/><Relationship Id="Rc0aa146dcd704aa6" Type="http://schemas.openxmlformats.org/officeDocument/2006/relationships/notesSlide" Target="../notesSlides/notesSlide13.xml"/><Relationship Id="Rec1dc7c9e18c47cd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66e6192b33e4c47" Type="http://schemas.openxmlformats.org/officeDocument/2006/relationships/image" Target="../media/image14.jpeg"/><Relationship Id="R9646a987d1ef41e1" Type="http://schemas.openxmlformats.org/officeDocument/2006/relationships/notesSlide" Target="../notesSlides/notesSlide14.xml"/><Relationship Id="Rb57f63eba8364038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6dbc7ca6b0e43d4" Type="http://schemas.openxmlformats.org/officeDocument/2006/relationships/image" Target="../media/image15.jpeg"/><Relationship Id="R6f98d38e66994990" Type="http://schemas.openxmlformats.org/officeDocument/2006/relationships/notesSlide" Target="../notesSlides/notesSlide15.xml"/><Relationship Id="R99faa0f15bfc4730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0a1f4142f44d4e15" Type="http://schemas.openxmlformats.org/officeDocument/2006/relationships/image" Target="../media/image16.jpeg"/><Relationship Id="R0b102c26d32d4813" Type="http://schemas.openxmlformats.org/officeDocument/2006/relationships/slideLayout" Target="../slideLayouts/slideLayout1.xml"/><Relationship Id="Rd296e348ca8c42c1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9547e2be2ada47c5" Type="http://schemas.openxmlformats.org/officeDocument/2006/relationships/notesSlide" Target="../notesSlides/notesSlide17.xml"/><Relationship Id="Rce7055d832b94596" Type="http://schemas.openxmlformats.org/officeDocument/2006/relationships/image" Target="../media/image17.jpeg"/><Relationship Id="Rfe64304e880b492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.png"/><Relationship Id="rId4" Type="http://schemas.openxmlformats.org/officeDocument/2006/relationships/image" Target="../media/tech_illustration_1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8.png"/><Relationship Id="rId4" Type="http://schemas.openxmlformats.org/officeDocument/2006/relationships/image" Target="../media/tech_illustration_2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9.png"/><Relationship Id="rId4" Type="http://schemas.openxmlformats.org/officeDocument/2006/relationships/image" Target="../media/tech_illustration_3.sv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befb2ba75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59a8fdb84e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06–07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08–10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11–14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15–17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18–21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fb37d634c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命题要求：服务新生、学生与企业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先认识智能汽车岗位，再选择训练方向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根据专业、年级与兴趣查看岗位地图和学习路径；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进入推荐岗位练习，不为咨询生成面试分数。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面试练习缺少可核对的反馈与复盘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围绕岗位完成六题语音或文字问答；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按原话依据看报告，持续回看同岗训练。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仅凭简历难以比较岗位能力与表达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维护岗位题库和评估重点；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查看来自真实训练的候选报告与回答依据。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核心目标：学生知道如何改进，企业能核对候选表现的来源。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三端协同：岗位认知、训练复盘与候选初筛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noGrp="1"/>
          </p:cNvSpPr>
          <p:nvPr/>
        </p:nvSpPr>
        <p:spPr>
          <a:xfrm>
            <a:off x="2667000" y="208597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岗位地图连接学习路径和训练入口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noGrp="1"/>
          </p:cNvSpPr>
          <p:nvPr/>
        </p:nvSpPr>
        <p:spPr>
          <a:xfrm>
            <a:off x="2667000" y="248602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了解两类种子岗位的任务与能力差距；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从推荐岗位进入训练，按学习菜单练习回答。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noGrp="1"/>
          </p:cNvSpPr>
          <p:nvPr/>
        </p:nvSpPr>
        <p:spPr>
          <a:xfrm>
            <a:off x="762000" y="320992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noGrp="1"/>
          </p:cNvSpPr>
          <p:nvPr/>
        </p:nvSpPr>
        <p:spPr>
          <a:xfrm>
            <a:off x="2667000" y="33242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六题训练、逐题反馈和同岗成长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noGrp="1"/>
          </p:cNvSpPr>
          <p:nvPr/>
        </p:nvSpPr>
        <p:spPr>
          <a:xfrm>
            <a:off x="2667000" y="372427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以本人身份完成语音或文字面试，查看原话依据；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同人同岗回看历史，按可比口径观察变化。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noGrp="1"/>
          </p:cNvSpPr>
          <p:nvPr/>
        </p:nvSpPr>
        <p:spPr>
          <a:xfrm>
            <a:off x="2667000" y="456247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岗位配置与初筛都能回到原报告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noGrp="1"/>
          </p:cNvSpPr>
          <p:nvPr/>
        </p:nvSpPr>
        <p:spPr>
          <a:xfrm>
            <a:off x="2667000" y="496252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输入岗位描述生成题库草案，维护考察重点；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查看同岗候选记录，打开原会话和报告核对。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三端共用岗位、会话与报告数据；企业候选结果来自已完成的学生训练。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dbcd213ac4d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CB6E-1356-43D0-8B39-6DE014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65078-D19D-4634-9642-9B183D9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B257-AAA4-41B2-AC58-F125F00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7F7AB-12CD-4D26-89E4-967D122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B095-838F-4401-8879-8926B116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2B37-8313-441D-96A5-7A8985C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127C-B08E-49B2-A4B4-AC65500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2995E-30A5-40E7-B6B3-D1D5C04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d1965009243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9ce19838f41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补学再答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返回当前题继续作答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4ca85503845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2E6D-5A41-4F03-A121-890130C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0C22-A966-4EBE-BAF4-7B76C06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8F172-6F8C-4F68-9C24-03A3E48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AFC88-B204-4E0D-BB9D-369BA1F4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5D884-3BC8-4521-A8B3-CB30D43A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18E23-77BC-48F5-95B5-2EC4B368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7f59bc1bc4c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学生面试：六题训练与逐题即时反馈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每答一题，立即看本题练习分（或未评分）、问题分析、原话依据和改进建议；去学习后返回继续。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7d7a6d5144c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2e8ecefd45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逻辑结构：过程说清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表达：声学统计；素养：安全责任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05c4f4dc240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最近两次完成训练先核对输入方式、评分版本和有效维度集合。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条件一致才显示综合分变化；否则说明“不可直接比较”。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58db76c574d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企业初筛：按岗位比较候选表现并核对原报告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从岗位要求到候选名单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162675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企业按岗位、输入方式和评分版本选择候选组。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每位学生取最近一份至少三维有效的报告。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按配置权重汇总评分、学历与学校档次。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点击候选人回到原报告，由企业人工复核。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669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名单从训练数据产生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19375"/>
            <a:ext cx="3571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学生完成训练后，报告成为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候选记录来源；同人同岗再次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训练后更新，避免重复入列。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排序有明确边界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71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文字与语音、不同评分版本分组；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缺失项不补零，有效权重重算；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初筛排序不代替人工判断。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企业看到的分数能够追溯到具体会话和报告，不是单独维护的演示排行榜。</a:t>
            </a:r>
          </a:p>
        </p:txBody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dae9bcdd24a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e6192b33e4c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bc7ca6b0e43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f4142f44d4e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055d832b945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技术亮点：岗位知识进入六题面试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pic>
        <p:nvPicPr>
          <p:cNvPr id="16" name="Picture 15" descr="岗位定向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" y="1874519"/>
            <a:ext cx="10744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技术亮点：语速、停顿与填充词可量化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pic>
        <p:nvPicPr>
          <p:cNvPr id="16" name="Picture 15" descr="声学量化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" y="1874519"/>
            <a:ext cx="10744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技术亮点：评分依据可回到学生原话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pic>
        <p:nvPicPr>
          <p:cNvPr id="16" name="Picture 15" descr="评分证据链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" y="1874519"/>
            <a:ext cx="10744200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2026-09-28T15:01:05.4990000Z</dcterms:created>
  <dcterms:modified xsi:type="dcterms:W3CDTF">2026-09-28T15:01:05.4990000Z</dcterms:modified>
</coreProperties>
</file>