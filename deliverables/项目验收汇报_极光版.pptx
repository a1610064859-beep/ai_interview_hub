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bbfa69842244f7" /><Relationship Type="http://schemas.openxmlformats.org/officeDocument/2006/relationships/extended-properties" Target="/docProps/app.xml" Id="R75d5c87702af420a" /><Relationship Type="http://schemas.openxmlformats.org/officeDocument/2006/relationships/officeDocument" Target="/ppt/presentation.xml" Id="R76d0bccd1f7d49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717440ae5c4451"/>
  </p:sldMasterIdLst>
  <p:notesMasterIdLst>
    <p:notesMasterId xmlns:r="http://schemas.openxmlformats.org/officeDocument/2006/relationships" r:id="R7e3d9ab56cd34af8"/>
  </p:notesMasterIdLst>
  <p:sldIdLst>
    <p:sldId xmlns:r="http://schemas.openxmlformats.org/officeDocument/2006/relationships" id="256" r:id="Rc4e5349300374539"/>
    <p:sldId xmlns:r="http://schemas.openxmlformats.org/officeDocument/2006/relationships" id="257" r:id="Rca5b28f628514c21"/>
    <p:sldId xmlns:r="http://schemas.openxmlformats.org/officeDocument/2006/relationships" id="258" r:id="R1e28fa3f0dbc42a1"/>
    <p:sldId xmlns:r="http://schemas.openxmlformats.org/officeDocument/2006/relationships" id="259" r:id="R19d2a70a5b1c4738"/>
    <p:sldId xmlns:r="http://schemas.openxmlformats.org/officeDocument/2006/relationships" id="260" r:id="Raac1243f93bc4b75"/>
    <p:sldId xmlns:r="http://schemas.openxmlformats.org/officeDocument/2006/relationships" id="261" r:id="Rf8497cc0ee784b30"/>
    <p:sldId xmlns:r="http://schemas.openxmlformats.org/officeDocument/2006/relationships" id="262" r:id="R7a2271e111cc4b0a"/>
    <p:sldId xmlns:r="http://schemas.openxmlformats.org/officeDocument/2006/relationships" id="263" r:id="Rd12c9381d09a4ebe"/>
    <p:sldId xmlns:r="http://schemas.openxmlformats.org/officeDocument/2006/relationships" id="264" r:id="R781177c00c3c42cf"/>
    <p:sldId xmlns:r="http://schemas.openxmlformats.org/officeDocument/2006/relationships" id="265" r:id="R333ef368bcb64caa"/>
    <p:sldId xmlns:r="http://schemas.openxmlformats.org/officeDocument/2006/relationships" id="266" r:id="Rfcbd42114eff4437"/>
    <p:sldId xmlns:r="http://schemas.openxmlformats.org/officeDocument/2006/relationships" id="267" r:id="R454138640003423b"/>
    <p:sldId xmlns:r="http://schemas.openxmlformats.org/officeDocument/2006/relationships" id="268" r:id="Rb95fa13b549e4a9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2ef22e2d414af9" /><Relationship Type="http://schemas.openxmlformats.org/officeDocument/2006/relationships/slideMaster" Target="/ppt/slideMasters/slideMaster1.xml" Id="Rcf717440ae5c4451" /><Relationship Type="http://schemas.openxmlformats.org/officeDocument/2006/relationships/notesMaster" Target="/ppt/notesMasters/notesMaster1.xml" Id="R7e3d9ab56cd34af8" /><Relationship Type="http://schemas.openxmlformats.org/officeDocument/2006/relationships/presProps" Target="/ppt/presProps.xml" Id="Rc83e0cddbc344baf" /><Relationship Type="http://schemas.openxmlformats.org/officeDocument/2006/relationships/tableStyles" Target="/ppt/tableStyles.xml" Id="R9ff6cf68c6d94c38" /><Relationship Type="http://schemas.openxmlformats.org/officeDocument/2006/relationships/slide" Target="/ppt/slides/slide1.xml" Id="Rc4e5349300374539" /><Relationship Type="http://schemas.openxmlformats.org/officeDocument/2006/relationships/slide" Target="/ppt/slides/slide2.xml" Id="Rca5b28f628514c21" /><Relationship Type="http://schemas.openxmlformats.org/officeDocument/2006/relationships/slide" Target="/ppt/slides/slide3.xml" Id="R1e28fa3f0dbc42a1" /><Relationship Type="http://schemas.openxmlformats.org/officeDocument/2006/relationships/slide" Target="/ppt/slides/slide4.xml" Id="R19d2a70a5b1c4738" /><Relationship Type="http://schemas.openxmlformats.org/officeDocument/2006/relationships/slide" Target="/ppt/slides/slide5.xml" Id="Raac1243f93bc4b75" /><Relationship Type="http://schemas.openxmlformats.org/officeDocument/2006/relationships/slide" Target="/ppt/slides/slide6.xml" Id="Rf8497cc0ee784b30" /><Relationship Type="http://schemas.openxmlformats.org/officeDocument/2006/relationships/slide" Target="/ppt/slides/slide7.xml" Id="R7a2271e111cc4b0a" /><Relationship Type="http://schemas.openxmlformats.org/officeDocument/2006/relationships/slide" Target="/ppt/slides/slide8.xml" Id="Rd12c9381d09a4ebe" /><Relationship Type="http://schemas.openxmlformats.org/officeDocument/2006/relationships/slide" Target="/ppt/slides/slide9.xml" Id="R781177c00c3c42cf" /><Relationship Type="http://schemas.openxmlformats.org/officeDocument/2006/relationships/slide" Target="/ppt/slides/slide10.xml" Id="R333ef368bcb64caa" /><Relationship Type="http://schemas.openxmlformats.org/officeDocument/2006/relationships/slide" Target="/ppt/slides/slide11.xml" Id="Rfcbd42114eff4437" /><Relationship Type="http://schemas.openxmlformats.org/officeDocument/2006/relationships/slide" Target="/ppt/slides/slide12.xml" Id="R454138640003423b" /><Relationship Type="http://schemas.openxmlformats.org/officeDocument/2006/relationships/slide" Target="/ppt/slides/slide13.xml" Id="Rb95fa13b549e4a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d6ead0a29042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f5b2646b4947c2" /><Relationship Type="http://schemas.openxmlformats.org/officeDocument/2006/relationships/notesMaster" Target="/ppt/notesMasters/notesMaster1.xml" Id="R1e5ce855330e4b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c770f40ec340c4" /><Relationship Type="http://schemas.openxmlformats.org/officeDocument/2006/relationships/notesMaster" Target="/ppt/notesMasters/notesMaster1.xml" Id="Raed06f2cd22147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e40b9f1d394108" /><Relationship Type="http://schemas.openxmlformats.org/officeDocument/2006/relationships/notesMaster" Target="/ppt/notesMasters/notesMaster1.xml" Id="R3aab4863de4a45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4b133dd2c3447b" /><Relationship Type="http://schemas.openxmlformats.org/officeDocument/2006/relationships/notesMaster" Target="/ppt/notesMasters/notesMaster1.xml" Id="R78150cee24bc4a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89fac4be5e4584" /><Relationship Type="http://schemas.openxmlformats.org/officeDocument/2006/relationships/notesMaster" Target="/ppt/notesMasters/notesMaster1.xml" Id="Recf4298ae54946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89785410494982" /><Relationship Type="http://schemas.openxmlformats.org/officeDocument/2006/relationships/notesMaster" Target="/ppt/notesMasters/notesMaster1.xml" Id="Re62f5eabeb204e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acbacd05b84e04" /><Relationship Type="http://schemas.openxmlformats.org/officeDocument/2006/relationships/notesMaster" Target="/ppt/notesMasters/notesMaster1.xml" Id="Rea63de5f41254d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377f9294cf4ffa" /><Relationship Type="http://schemas.openxmlformats.org/officeDocument/2006/relationships/notesMaster" Target="/ppt/notesMasters/notesMaster1.xml" Id="Rec25031153da4e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015242189148d8" /><Relationship Type="http://schemas.openxmlformats.org/officeDocument/2006/relationships/notesMaster" Target="/ppt/notesMasters/notesMaster1.xml" Id="R3b36c7dc571741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fdc5ed722a4e7e" /><Relationship Type="http://schemas.openxmlformats.org/officeDocument/2006/relationships/notesMaster" Target="/ppt/notesMasters/notesMaster1.xml" Id="R2284b68709fd4f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b8a1f85fde4da4" /><Relationship Type="http://schemas.openxmlformats.org/officeDocument/2006/relationships/notesMaster" Target="/ppt/notesMasters/notesMaster1.xml" Id="Radeabb98869345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3c5a93bcb0474f" /><Relationship Type="http://schemas.openxmlformats.org/officeDocument/2006/relationships/notesMaster" Target="/ppt/notesMasters/notesMaster1.xml" Id="R61c1fabb265644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3f6aedc2bfa48c6" /><Relationship Type="http://schemas.openxmlformats.org/officeDocument/2006/relationships/notesMaster" Target="/ppt/notesMasters/notesMaster1.xml" Id="R5cc601c4da7e45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项目介绍封面。命题来源：根目录《命题05-智能面试仓的开发与应用-新智致远.pdf》。团队正式署名未提供，使用作品名称。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章节页。依据：命题05 PDF 与项目 AGENTS.md。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第1–2页：新生职业路径、毕业生面试训练、企业初筛；效果均为预期，非实测增益。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§2、§10.2；server/models.py；server/services/growth.py；server/services/recruiter.py。企业候选条目回链原 session/report。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章节页。依据：命题05 PDF 与项目 AGENTS.md。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§6/§9；server/api/sessions.py；server/services/orchestrator.py；web/app/page.tsx。每题最多一次追问。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§6；server/api/sessions.py；两个种子岗位为智驾测试与三电系统测试。这里展示题型结构，不表示岗位数量扩张。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§6；web/lib/recorder.ts；server/services/audio.py；server/services/asr.py；server/services/scoring.py。声学特征为语速、停顿、填充词。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示例为 memory/TESTING.md M1 真实浏览器报告 session #2：专业匹配度65.0、逻辑结构72.5、岗位素养65.0、表达流畅度null；overall 67.5。仅代表该份样本。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§6；server/services/scoring.py:36-49 原文证据校验。页面上的话是项目原则概述，不是外部直接引语。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§10.2；server/services/growth.py；server/services/recruiter.py。成长只比较同人同岗可比训练；企业同人同岗取最近合格报告并能回链原报告。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AGENTS.md §4/§5；web/package.json；requirements.txt；server/services/llm.py:38-49、59-95。三档链在代码中实现；不宣称每次调用都经历三档。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总结页。命题源自《命题05-智能面试仓的开发与应用-新智致远.pdf》；同源报告链实现见 server/services/recruiter.py 与 server/services/growth.py。不含下一步行动。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95337396946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325ab123214b47" /><Relationship Type="http://schemas.openxmlformats.org/officeDocument/2006/relationships/slideLayout" Target="/ppt/slideLayouts/slideLayout1.xml" Id="Reb06086014b74e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06086014b74e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838598cde449d" /><Relationship Type="http://schemas.openxmlformats.org/officeDocument/2006/relationships/image" Target="/ppt/media/image.jpeg" Id="R2f8664ba57454734" /><Relationship Type="http://schemas.openxmlformats.org/officeDocument/2006/relationships/notesSlide" Target="/ppt/notesSlides/notesSlide1.xml" Id="R806b7f8044f646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7b69e13104aa0" /><Relationship Type="http://schemas.openxmlformats.org/officeDocument/2006/relationships/image" Target="/ppt/media/image2.jpeg" Id="R0705cab3c25c44cf" /><Relationship Type="http://schemas.openxmlformats.org/officeDocument/2006/relationships/notesSlide" Target="/ppt/notesSlides/notesSlide2.xml" Id="R88e221da6b714c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606d96e9b46ed" /><Relationship Type="http://schemas.openxmlformats.org/officeDocument/2006/relationships/image" Target="/ppt/media/image3.jpeg" Id="R8aa0e535b9444b8a" /><Relationship Type="http://schemas.openxmlformats.org/officeDocument/2006/relationships/notesSlide" Target="/ppt/notesSlides/notesSlide3.xml" Id="R85a2bd29182b4d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a577e6d934181" /><Relationship Type="http://schemas.openxmlformats.org/officeDocument/2006/relationships/image" Target="/ppt/media/image4.jpeg" Id="R7ac5e0bd7eb3413a" /><Relationship Type="http://schemas.openxmlformats.org/officeDocument/2006/relationships/notesSlide" Target="/ppt/notesSlides/notesSlide4.xml" Id="Rfbc771f7406b43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e449dbbab476b" /><Relationship Type="http://schemas.openxmlformats.org/officeDocument/2006/relationships/image" Target="/ppt/media/image5.jpeg" Id="Rb550b24ec465414c" /><Relationship Type="http://schemas.openxmlformats.org/officeDocument/2006/relationships/notesSlide" Target="/ppt/notesSlides/notesSlide5.xml" Id="Ra9890e34cab34f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c2977e1cb4d99" /><Relationship Type="http://schemas.openxmlformats.org/officeDocument/2006/relationships/image" Target="/ppt/media/image6.jpeg" Id="R958a37abea6e4c02" /><Relationship Type="http://schemas.openxmlformats.org/officeDocument/2006/relationships/notesSlide" Target="/ppt/notesSlides/notesSlide6.xml" Id="R6bb48ffd94ee4e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f8c0a87f1414e" /><Relationship Type="http://schemas.openxmlformats.org/officeDocument/2006/relationships/image" Target="/ppt/media/image7.jpeg" Id="Rb34afcb9c37a4a46" /><Relationship Type="http://schemas.openxmlformats.org/officeDocument/2006/relationships/notesSlide" Target="/ppt/notesSlides/notesSlide7.xml" Id="R545f0eadc0fc43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d2c5f46634e1b" /><Relationship Type="http://schemas.openxmlformats.org/officeDocument/2006/relationships/image" Target="/ppt/media/image8.jpeg" Id="Rf4a48444e33747a2" /><Relationship Type="http://schemas.openxmlformats.org/officeDocument/2006/relationships/notesSlide" Target="/ppt/notesSlides/notesSlide8.xml" Id="R97368313ab9d4b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4e944ab9b4d02" /><Relationship Type="http://schemas.openxmlformats.org/officeDocument/2006/relationships/image" Target="/ppt/media/image9.jpeg" Id="R449f1266b189447d" /><Relationship Type="http://schemas.openxmlformats.org/officeDocument/2006/relationships/notesSlide" Target="/ppt/notesSlides/notesSlide9.xml" Id="R64654e40f7ee48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a1dcd365a4b07" /><Relationship Type="http://schemas.openxmlformats.org/officeDocument/2006/relationships/image" Target="/ppt/media/image10.jpeg" Id="Rf7e1e02ffcc14990" /><Relationship Type="http://schemas.openxmlformats.org/officeDocument/2006/relationships/notesSlide" Target="/ppt/notesSlides/notesSlide10.xml" Id="R4e4911ea89c045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07a8ef1b04ed5" /><Relationship Type="http://schemas.openxmlformats.org/officeDocument/2006/relationships/image" Target="/ppt/media/image11.jpeg" Id="R46ed27b70dc449c0" /><Relationship Type="http://schemas.openxmlformats.org/officeDocument/2006/relationships/notesSlide" Target="/ppt/notesSlides/notesSlide11.xml" Id="Rdbeddbfac2e342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eda89a3b54693" /><Relationship Type="http://schemas.openxmlformats.org/officeDocument/2006/relationships/image" Target="/ppt/media/image12.jpeg" Id="Rc99095ea551545e2" /><Relationship Type="http://schemas.openxmlformats.org/officeDocument/2006/relationships/notesSlide" Target="/ppt/notesSlides/notesSlide12.xml" Id="R77b4d0eae94b42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5c4f036e94ab4" /><Relationship Type="http://schemas.openxmlformats.org/officeDocument/2006/relationships/image" Target="/ppt/media/image13.jpeg" Id="R0cc2e53b4c6f4111" /><Relationship Type="http://schemas.openxmlformats.org/officeDocument/2006/relationships/notesSlide" Target="/ppt/notesSlides/notesSlide13.xml" Id="Rd46cf6b924ae49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664ba5745473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14824-AC8A-4AF0-96F1-AE2B1D95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800100"/>
            <a:ext cx="27527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FE5AB-FDCF-484F-8410-3A6C4D61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47725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9837F-F0A8-4DE0-B151-1756BF26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85975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755EC-0A23-4445-BE61-FEE0AE5C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81325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AI面试仓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89681-99C1-4BF3-AE23-A3BE5F5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面向智能汽车岗位的训练与初筛平台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C6C49-5B20-4AAC-95FA-322F7A95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695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智驾未来·AI面试仓  /  2026.09.27</a:t>
            </a:r>
          </a:p>
        </p:txBody>
      </p:sp>
    </p:spTree>
    <p:extLst>
      <p:ext uri="{BB962C8B-B14F-4D97-AF65-F5344CB8AC3E}">
        <p14:creationId xmlns:p14="http://schemas.microsoft.com/office/powerpoint/2010/main" val="1982471208"/>
      </p:ext>
    </p:extLst>
  </p:cSld>
  <p:transition spd="med" advClick="1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5cab3c25c44c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37C5DE-16BF-4B60-A780-1A336AAD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59271-CE22-4B5F-B332-1DE8BF3F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7150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E82E2-E3E5-47C6-A802-6C66436A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44291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2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4C169-C6BC-4598-8884-7C1D88E2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BFE431-DAB9-4BB2-85BF-2A198393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7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新生、毕业生与企业，面对同一条岗位能力链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ACF78-5C73-4187-9DB9-DA504CE0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02 / 13</a:t>
            </a:r>
          </a:p>
        </p:txBody>
      </p:sp>
    </p:spTree>
    <p:extLst>
      <p:ext uri="{BB962C8B-B14F-4D97-AF65-F5344CB8AC3E}">
        <p14:creationId xmlns:p14="http://schemas.microsoft.com/office/powerpoint/2010/main" val="1754645426"/>
      </p:ext>
    </p:extLst>
  </p:cSld>
  <p:transition spd="med" advClick="1"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0e535b9444b8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3B4E12-68A5-4EFB-A76F-1330B0AD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A2506-DE6C-4C6B-BA64-E16AAE59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C27CF-5CA8-448E-A80C-281DAA25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同一平台回应三类需求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72D3D-D540-4045-B143-5FCE6473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03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B50A3-1C96-4BE4-8DB7-36B8F3C6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05025"/>
            <a:ext cx="3276600" cy="33147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FA14F-EF33-4524-B525-BCB66BAC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362200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EDF21-5422-400C-8BC7-EA3F0F7C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1470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E7CAF-D6DC-4F31-9BC2-78BB3360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48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不清楚岗位要求与学习路径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51919-98E2-4733-9964-7595983A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10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岗位地图与分年级路径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41137-28E7-48D4-93AB-B2A559DF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05025"/>
            <a:ext cx="3276600" cy="33147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91AFE-DE20-4EF3-8157-8390B8F8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62200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668D6-4251-4E2C-BD4A-CD0B3BF3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1470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毕业生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ADC2F-F1E4-4F5B-A1D9-9EA10CE7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48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缺少接近岗位的面试训练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D4844-5DEB-4E5F-AC0F-80C7DAB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10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模拟面试与可解释报告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4685DF-24CA-4C8E-A108-C6BB013C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105025"/>
            <a:ext cx="3276600" cy="33147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DEC53-502A-43B2-8EB2-2EE772B8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362200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EFFC0-5710-4654-A881-B8BA50C0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14700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C7FC1D-2329-4DE1-87DF-B186E00E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48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初筛信息分散、难以追溯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911CF6-8EF4-4C68-8FBC-D1B464A5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10125"/>
            <a:ext cx="271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同源报告与候选排序</a:t>
            </a:r>
          </a:p>
        </p:txBody>
      </p:sp>
    </p:spTree>
    <p:extLst>
      <p:ext uri="{BB962C8B-B14F-4D97-AF65-F5344CB8AC3E}">
        <p14:creationId xmlns:p14="http://schemas.microsoft.com/office/powerpoint/2010/main" val="953997900"/>
      </p:ext>
    </p:extLst>
  </p:cSld>
  <p:transition spd="med" advClick="1">
    <p:fade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5e0bd7eb3413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0082A-A9BA-44C8-999A-F62EF30A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9B06F-3FC5-4218-A7A7-20A9C216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D2C45-844F-476E-ACAA-D4173583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三端共用一条训练数据链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D0393-0063-469D-B351-E1E8A5DA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04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189E2-B20C-4BE3-AD2B-45820CC0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8127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A1AEA-D8AB-4F3B-9BBF-F370E80D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EA6CE-099D-4179-852B-6AA8658F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0384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79F77-B409-47C4-9AF5-5C2B40BE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7655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A07E2E-997E-4FCB-8A55-57E7A33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8127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C438D-05A6-4A25-B00A-E97CECE2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38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60B7D-6A80-42F9-84C1-017359C7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384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290DC-D9C1-4ED4-B302-EF486375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7655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F65489-604A-40CE-9C0A-C08A90AA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8127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F7AD9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0A8C6-6C6E-47D4-9549-970DAA6F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838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20759D-346A-4B9B-B182-4700023A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0384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A33BCC-3B87-4B59-955C-738FF8B5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7655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55450-E92F-453D-99EF-717FC00A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8127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5A61D-D355-4569-9B00-512616CF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264B2-C3C8-4524-ADF4-597BD0DA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0384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23278-F99F-4F4B-B7D5-46F5F849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7655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9F699-FBC1-4D7B-9674-507D2AFF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8127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F32A1-F7C3-4E71-AC77-F7FB92D3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384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F8C85A-E318-4E0D-B50E-91A11335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767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新生进入岗位训练后，沿用同一学生身份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2D8578-B4AE-4D57-B96F-B43B68CE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企业端候选数据来自学生真实会话与报告</a:t>
            </a:r>
          </a:p>
        </p:txBody>
      </p:sp>
    </p:spTree>
    <p:extLst>
      <p:ext uri="{BB962C8B-B14F-4D97-AF65-F5344CB8AC3E}">
        <p14:creationId xmlns:p14="http://schemas.microsoft.com/office/powerpoint/2010/main" val="638178284"/>
      </p:ext>
    </p:extLst>
  </p:cSld>
  <p:transition spd="med" advClick="1">
    <p:fade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50b24ec46541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88B30-13D3-4189-8FED-E6CC56F1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A643F-7DA4-46E4-9A9C-F0EE7FB9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7150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9DCB2-9B1F-4330-A68B-3E0DAD19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44291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2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4B3A-E550-4D32-9371-08150128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如何运行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6E01E-5DFC-42FA-BF87-422C7985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72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岗位题库、语音链路与证据评分协同工作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C9FBB-EB91-4723-922F-450AED4E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05 / 13</a:t>
            </a:r>
          </a:p>
        </p:txBody>
      </p:sp>
    </p:spTree>
    <p:extLst>
      <p:ext uri="{BB962C8B-B14F-4D97-AF65-F5344CB8AC3E}">
        <p14:creationId xmlns:p14="http://schemas.microsoft.com/office/powerpoint/2010/main" val="2082907332"/>
      </p:ext>
    </p:extLst>
  </p:cSld>
  <p:transition spd="med" advClick="1">
    <p:fade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a37abea6e4c0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D9E63-E6D6-46D9-A151-A378D6A2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16DA4-F3FC-4E96-8F19-95EC5CE1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978C2-E37E-4619-8E6E-5C8B4555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六题面试由服务端推进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13CFC-85A3-4D5E-93AE-F4A0A2BE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06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85E93-4CEE-47C5-83BE-C4F35E8B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14600"/>
            <a:ext cx="223837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09A38-2A30-4CF2-9D36-116ABB32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771775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选岗位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4D7B3-875E-4F31-AE40-4D110052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9718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A9E0E8-F3FD-4F38-8461-22664DC9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98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3ED84-118A-4847-8968-90053BF8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14600"/>
            <a:ext cx="223837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AF172-3F47-4BC5-81A1-77E32B35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71775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设备自检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8AC26C-83F0-4C94-8E65-77CE45D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718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086A08-85FD-42B6-B844-FD7EEB1C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8098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B86F6-C78B-42E8-AF87-729BA098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14600"/>
            <a:ext cx="223837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F7AD9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C69F8-7795-4193-9997-BCB9B7E9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71775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语音问答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78ACCE-198A-400E-9A3F-E7C6CBCA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9718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DF721A-E6A8-40AD-9D6D-463E7C2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098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9DEE1-5D23-4EC0-ABCA-BA118FCF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14600"/>
            <a:ext cx="223837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6E34C-CEAD-4767-915F-B38B6CDE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71775"/>
            <a:ext cx="1952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8F199-CE72-41F1-8732-74CB6084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主问题：固定 2 道 + 专业 3 道 + 情景 1 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7D756-C71F-498A-8B8D-B37B99F3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047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追问最多一层；状态落库，刷新后可恢复</a:t>
            </a:r>
          </a:p>
        </p:txBody>
      </p:sp>
    </p:spTree>
    <p:extLst>
      <p:ext uri="{BB962C8B-B14F-4D97-AF65-F5344CB8AC3E}">
        <p14:creationId xmlns:p14="http://schemas.microsoft.com/office/powerpoint/2010/main" val="556353269"/>
      </p:ext>
    </p:extLst>
  </p:cSld>
  <p:transition spd="med" advClick="1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afcb9c37a4a4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C6C3D-C624-45FF-8797-CA3BEF1F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98457E-F5D9-4538-A450-E8DE4125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A6E90-EEF9-4CA9-9998-A714363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岗位题库按 2＋3＋1 组织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3BFEB-7185-401D-A633-72198DB1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07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46DB3-96B2-4DFB-9AD8-25AAFB23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333750" cy="3267075"/>
          </a:xfrm>
          <a:prstGeom xmlns:a="http://schemas.openxmlformats.org/drawingml/2006/main" prst="roundRect">
            <a:avLst>
              <a:gd name="adj" fmla="val 233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58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2E4E2-B10A-405B-B082-B6DD8290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381250"/>
            <a:ext cx="247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7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215B1-7A15-4BA9-A3D9-5077EDF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固定题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8276E9-FB72-4421-AA7C-ED3DB5D1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095500"/>
            <a:ext cx="3333750" cy="3267075"/>
          </a:xfrm>
          <a:prstGeom xmlns:a="http://schemas.openxmlformats.org/drawingml/2006/main" prst="roundRect">
            <a:avLst>
              <a:gd name="adj" fmla="val 233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F7AD9">
                <a:alpha val="58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A5F92-2C26-41E9-84B9-F3F9281B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81250"/>
            <a:ext cx="247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775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75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C49D4-8F35-4A59-8CC1-1FDA7774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4400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专业题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190A9-463D-44CB-963B-621D994A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3333750" cy="3267075"/>
          </a:xfrm>
          <a:prstGeom xmlns:a="http://schemas.openxmlformats.org/drawingml/2006/main" prst="roundRect">
            <a:avLst>
              <a:gd name="adj" fmla="val 233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5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CACEC-9B34-45F3-83BD-52E1D33A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381250"/>
            <a:ext cx="247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7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8ECD1-C728-4328-B40A-F812EB41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4005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情景题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A64328-75FE-4AAF-B483-27B9A1DB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816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种子岗位：智驾测试 / 三电系统测试</a:t>
            </a:r>
          </a:p>
        </p:txBody>
      </p:sp>
    </p:spTree>
    <p:extLst>
      <p:ext uri="{BB962C8B-B14F-4D97-AF65-F5344CB8AC3E}">
        <p14:creationId xmlns:p14="http://schemas.microsoft.com/office/powerpoint/2010/main" val="202716578"/>
      </p:ext>
    </p:extLst>
  </p:cSld>
  <p:transition spd="med" advClick="1">
    <p:fade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48444e33747a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D0EBB-CD7D-41EB-A2B3-52310B08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80FD3-679C-4D54-9725-721C91CF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70979-B90F-43B5-97C6-ECE4400C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语音数据进入可解释评分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8837-D71D-47A3-83AC-F868BA8F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08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79110F-38B3-49FB-B3C3-07CAFE53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2F358-0B0D-493A-AFF8-8AA4DC8D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9825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WebM采集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5A5C2-D6FA-41A8-A79A-F710445B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4F76B7-1953-4149-BE77-B9621782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479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AA9C6-55A6-48B7-B047-510B0B9F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526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C7E2C-D567-4C7C-9370-385CE900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9825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16k转码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6697D-AD6A-4E95-BEF1-1D0B0475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6098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B41AD8-C0A5-4CD4-B155-5AD4755A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479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1C765-0C66-4843-A413-F192BDE4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C8EEE-8CA3-43E6-90AF-9163973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9825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ASR转写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51DAB-4E6E-43F8-AD67-7B4DB963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6098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0448B-D81B-4829-9147-1C1B04C3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479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94CD41-65D1-4C87-BBC7-7532CA20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526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F7AD9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EABE91-4AFC-4ABF-916B-FC526C7E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09825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四维评分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E22DB-1E5C-4574-98D8-75234996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5000625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6A8DFF">
                <a:alpha val="6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B69DF-8C22-4715-8EBE-4BEA57E9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124325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表达层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EFA6DF-38C5-41D6-9E90-7ADD0408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638675"/>
            <a:ext cx="4429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语速 · 停顿 · 填充词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8BF04E-C23F-40EF-8892-4CB4C5F9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886200"/>
            <a:ext cx="4991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6A8DFF">
                <a:alpha val="6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BA3B5-0C3A-4896-8008-058EC0FD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24325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内容层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43BF53-4EC6-4D30-ADE6-DA02BA4C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38675"/>
            <a:ext cx="4429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双次评分 · 原文证据</a:t>
            </a:r>
          </a:p>
        </p:txBody>
      </p:sp>
    </p:spTree>
    <p:extLst>
      <p:ext uri="{BB962C8B-B14F-4D97-AF65-F5344CB8AC3E}">
        <p14:creationId xmlns:p14="http://schemas.microsoft.com/office/powerpoint/2010/main" val="1451889910"/>
      </p:ext>
    </p:extLst>
  </p:cSld>
  <p:transition spd="med" advClick="1">
    <p:fade/>
  </p:transition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f1266b189447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FA980-6004-4D3D-A308-4D841053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15E3F-01A3-4CF0-8A51-7511188D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1D77F-A3E8-4522-85A0-7DBC99EE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文本报告保留“未评估”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56AAA-8022-43DD-AE62-8758752C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09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AC10D-E3AC-4236-A29B-712F94C7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19275"/>
            <a:ext cx="10544175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19F3D-A9BF-45D9-87B7-EED67C6E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专业匹配度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F2D1D-8449-482A-8DA6-90FBCC0B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295525"/>
            <a:ext cx="6143625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F5F7FF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D30E1-4656-495A-A005-074CB6CB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295525"/>
            <a:ext cx="3993356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6A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7A5F8-8907-45EC-89EA-6C6106AD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200275"/>
            <a:ext cx="104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65.0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37C6F-73EB-4919-86E7-987E08DF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861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逻辑结构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D3EE5-E4C3-4E6F-800B-9609DB82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6143625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F5F7FF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A6755-9987-4497-B57D-EF3214E1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4454128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FF7A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85BE9A-081E-4CF1-AAC5-498CF527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076575"/>
            <a:ext cx="104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7AD9"/>
                </a:solidFill>
                <a:latin typeface="Microsoft YaHei"/>
                <a:ea typeface="Microsoft YaHei"/>
                <a:cs typeface="Microsoft YaHei"/>
              </a:rPr>
              <a:t>72.5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3B6E6-1F59-4BF9-BEBC-18C96C4A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62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岗位素养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1F58C-9917-4EE1-87A4-47CAD7C1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048125"/>
            <a:ext cx="6143625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F5F7FF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ACBEBE-F617-4AF0-A601-B6DC0E7D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048125"/>
            <a:ext cx="3993356" cy="200025"/>
          </a:xfrm>
          <a:prstGeom xmlns:a="http://schemas.openxmlformats.org/drawingml/2006/main" prst="roundRect">
            <a:avLst>
              <a:gd name="adj" fmla="val 38095"/>
            </a:avLst>
          </a:prstGeom>
          <a:solidFill xmlns:a="http://schemas.openxmlformats.org/drawingml/2006/main">
            <a:srgbClr val="6A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44771-C632-4834-91C4-91B5E86A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952875"/>
            <a:ext cx="104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65.0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B6EEE-4102-4489-90CA-C3BDD0A5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表达流畅度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E3A89E-77BB-4B64-8D11-F9373B94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933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未评估（文本模式）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A2BCE9-BDBB-418A-9A81-6D1A6C12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8293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单份真实报告示例 · 不代表总体能力变化</a:t>
            </a:r>
          </a:p>
        </p:txBody>
      </p:sp>
    </p:spTree>
    <p:extLst>
      <p:ext uri="{BB962C8B-B14F-4D97-AF65-F5344CB8AC3E}">
        <p14:creationId xmlns:p14="http://schemas.microsoft.com/office/powerpoint/2010/main" val="1844266350"/>
      </p:ext>
    </p:extLst>
  </p:cSld>
  <p:transition spd="med" advClick="1">
    <p:fade/>
  </p:transition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1e02ffcc1499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2E373-25A5-49D2-89FA-8B69FC68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1906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FF7A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E64FE-60AC-4FE2-B4B8-EFA0342D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714375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评分原则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36982-3BC7-46E6-8325-0DC68855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05025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每个分数，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30409-D380-4515-AC80-B342A834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都能回到学生的原话。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BC96A-041C-42F7-9759-38837F89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572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evidence ≤25 字，且必须命中单条回答的连续原文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3D773-E52E-467D-8F63-01010B7C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10 / 13</a:t>
            </a:r>
          </a:p>
        </p:txBody>
      </p:sp>
    </p:spTree>
    <p:extLst>
      <p:ext uri="{BB962C8B-B14F-4D97-AF65-F5344CB8AC3E}">
        <p14:creationId xmlns:p14="http://schemas.microsoft.com/office/powerpoint/2010/main" val="1887006869"/>
      </p:ext>
    </p:extLst>
  </p:cSld>
  <p:transition spd="med" advClick="1">
    <p:fade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d27b70dc449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7A3B4-F13E-408F-8F5F-B3DF150B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AECAC-D703-466E-84A8-FCCAD7E8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8B719-25D5-477C-9614-20CB130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同一份报告连接成长与初筛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9061B-C05B-4E4F-BDF1-B984F2A8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11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7D039-C3E9-495F-BE47-5314E1B2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162175"/>
            <a:ext cx="20002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F7AD9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A4E83-29E8-4F02-8618-A1F0DE9B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193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学生报告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7D63C-F63D-421A-8657-DF6C0986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14675"/>
            <a:ext cx="190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3EFB5-26C2-4122-AE9A-3FB85C2D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638550"/>
            <a:ext cx="5762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BED66-853B-409F-86D2-9F2C1EC9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638550"/>
            <a:ext cx="19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3F8A3-D93E-49F7-9D1D-80E46056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638550"/>
            <a:ext cx="19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A93EE-181F-4480-814C-B8239BE4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10025"/>
            <a:ext cx="4772025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6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6F0053-3592-4EDE-953D-9F55FDA7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257675"/>
            <a:ext cx="4105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成长追踪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FAA3A4-F5E2-467C-A5ED-85C418B0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819650"/>
            <a:ext cx="4105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同人同岗历史与可比趋势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7A3498-ABA2-48DD-919F-50F85F57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10025"/>
            <a:ext cx="4772025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6A8DFF">
                <a:alpha val="68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8622D8-4928-44BF-913E-CD4E26B4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257675"/>
            <a:ext cx="4105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6A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A8D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6ABBA-8E61-464A-8F84-98D6F640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819650"/>
            <a:ext cx="4105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候选记录可追溯 session/report</a:t>
            </a:r>
          </a:p>
        </p:txBody>
      </p:sp>
    </p:spTree>
    <p:extLst>
      <p:ext uri="{BB962C8B-B14F-4D97-AF65-F5344CB8AC3E}">
        <p14:creationId xmlns:p14="http://schemas.microsoft.com/office/powerpoint/2010/main" val="998656843"/>
      </p:ext>
    </p:extLst>
  </p:cSld>
  <p:transition spd="med" advClick="1">
    <p:fade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095ea551545e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88182-6935-45AA-B042-92671D3A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94E04-8347-454F-AF75-C292E309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F8DE3-15D4-40BD-AD7D-EACADE21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本机部署，模型调用统一回退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C323A-9807-41E1-B334-C55D0497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12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96009-0A90-4356-B9CD-7FD3D68B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981200"/>
            <a:ext cx="1057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48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BCA4D-C9F9-4A33-83CB-0A8FC171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171700"/>
            <a:ext cx="16097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前端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EA300-C0FA-4A78-B4B8-7637C133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1717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Next.js + TypeScript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12A12-79E6-40C4-868C-B7121D83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019425"/>
            <a:ext cx="1057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6A8DFF">
                <a:alpha val="48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0BA4C-02E7-4F30-A36F-B996079C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209925"/>
            <a:ext cx="16097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6A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6A8DFF"/>
                </a:solidFill>
                <a:latin typeface="Microsoft YaHei"/>
                <a:ea typeface="Microsoft YaHei"/>
                <a:cs typeface="Microsoft YaHei"/>
              </a:rPr>
              <a:t>后端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2086F-ED12-40A1-A0FD-5B5C17EF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2099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FastAPI + SQLAlchemy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BF897-2E6B-49FA-9323-7D340169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57650"/>
            <a:ext cx="1057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48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97CC6-41CC-46F9-8DC0-C3AB76E3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248150"/>
            <a:ext cx="16097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D5199-3E67-41A8-964A-F7006D53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81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SQLite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48AB8-6568-4B8E-81EF-59DEE726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54483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LLM：旗舰模型  →  flash  →  本地模型</a:t>
            </a:r>
          </a:p>
        </p:txBody>
      </p:sp>
    </p:spTree>
    <p:extLst>
      <p:ext uri="{BB962C8B-B14F-4D97-AF65-F5344CB8AC3E}">
        <p14:creationId xmlns:p14="http://schemas.microsoft.com/office/powerpoint/2010/main" val="1720635738"/>
      </p:ext>
    </p:extLst>
  </p:cSld>
  <p:transition spd="med" advClick="1">
    <p:fade/>
  </p:transition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2e53b4c6f411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35E04-F9CD-4B9D-A1A1-F63961B9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0575"/>
            <a:ext cx="23526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F09B0-D54E-4D44-B91A-050FB9A9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83820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 · AI面试仓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8A128-ACA7-48F7-B9C9-158F976A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10763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岗位认识、训练反馈、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5EE21-333A-43C6-A593-8CF344EB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0BE2A-395A-4D24-8393-84854983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共享同一条可信数据链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FEACC-1827-4D87-9835-3357EEE6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866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 /  智能面试仓的开发与应用</a:t>
            </a:r>
          </a:p>
        </p:txBody>
      </p:sp>
    </p:spTree>
    <p:extLst>
      <p:ext uri="{BB962C8B-B14F-4D97-AF65-F5344CB8AC3E}">
        <p14:creationId xmlns:p14="http://schemas.microsoft.com/office/powerpoint/2010/main" val="1667044219"/>
      </p:ext>
    </p:extLst>
  </p:cSld>
  <p:transition spd="med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2026-09-27T10:51:02.0280000Z</dcterms:created>
  <dcterms:modified xsi:type="dcterms:W3CDTF">2026-09-27T10:51:02.0280000Z</dcterms:modified>
</coreProperties>
</file>