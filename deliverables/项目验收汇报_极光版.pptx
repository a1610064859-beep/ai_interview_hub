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efe24031c4e33" /><Relationship Type="http://schemas.openxmlformats.org/officeDocument/2006/relationships/extended-properties" Target="/docProps/app.xml" Id="R2103de1b24d74cda" /><Relationship Type="http://schemas.openxmlformats.org/officeDocument/2006/relationships/officeDocument" Target="/ppt/presentation.xml" Id="R04328d13791a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84c9ea2914228"/>
  </p:sldMasterIdLst>
  <p:notesMasterIdLst>
    <p:notesMasterId xmlns:r="http://schemas.openxmlformats.org/officeDocument/2006/relationships" r:id="R5f7c7650feed4e92"/>
  </p:notesMasterIdLst>
  <p:sldIdLst>
    <p:sldId xmlns:r="http://schemas.openxmlformats.org/officeDocument/2006/relationships" id="256" r:id="Rfc6611c9ea0341b6"/>
    <p:sldId xmlns:r="http://schemas.openxmlformats.org/officeDocument/2006/relationships" id="257" r:id="R5c3052cd88c644a6"/>
    <p:sldId xmlns:r="http://schemas.openxmlformats.org/officeDocument/2006/relationships" id="258" r:id="R9d67eb7fd1cd45df"/>
    <p:sldId xmlns:r="http://schemas.openxmlformats.org/officeDocument/2006/relationships" id="259" r:id="Rc60dacdd5aee47f2"/>
    <p:sldId xmlns:r="http://schemas.openxmlformats.org/officeDocument/2006/relationships" id="260" r:id="R003b8c91076a47ce"/>
    <p:sldId xmlns:r="http://schemas.openxmlformats.org/officeDocument/2006/relationships" id="261" r:id="R679b94ebba5f4bad"/>
    <p:sldId xmlns:r="http://schemas.openxmlformats.org/officeDocument/2006/relationships" id="262" r:id="Rf53c5d2ee23b4385"/>
    <p:sldId xmlns:r="http://schemas.openxmlformats.org/officeDocument/2006/relationships" id="263" r:id="R25104bbb173a4258"/>
    <p:sldId xmlns:r="http://schemas.openxmlformats.org/officeDocument/2006/relationships" id="264" r:id="R71f5416dcf2d4c91"/>
    <p:sldId xmlns:r="http://schemas.openxmlformats.org/officeDocument/2006/relationships" id="265" r:id="Rca880bd98e174b96"/>
    <p:sldId xmlns:r="http://schemas.openxmlformats.org/officeDocument/2006/relationships" id="266" r:id="R170a23bf4d6e4723"/>
    <p:sldId xmlns:r="http://schemas.openxmlformats.org/officeDocument/2006/relationships" id="267" r:id="R12e43fbe32024dd5"/>
    <p:sldId xmlns:r="http://schemas.openxmlformats.org/officeDocument/2006/relationships" id="268" r:id="Re9d60bc7c92f4c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eaf25e30e431b" /><Relationship Type="http://schemas.openxmlformats.org/officeDocument/2006/relationships/slideMaster" Target="/ppt/slideMasters/slideMaster1.xml" Id="R63e84c9ea2914228" /><Relationship Type="http://schemas.openxmlformats.org/officeDocument/2006/relationships/notesMaster" Target="/ppt/notesMasters/notesMaster1.xml" Id="R5f7c7650feed4e92" /><Relationship Type="http://schemas.openxmlformats.org/officeDocument/2006/relationships/presProps" Target="/ppt/presProps.xml" Id="R691aca88e77e4be1" /><Relationship Type="http://schemas.openxmlformats.org/officeDocument/2006/relationships/tableStyles" Target="/ppt/tableStyles.xml" Id="R9ab9215e1de6484f" /><Relationship Type="http://schemas.openxmlformats.org/officeDocument/2006/relationships/slide" Target="/ppt/slides/slide1.xml" Id="Rfc6611c9ea0341b6" /><Relationship Type="http://schemas.openxmlformats.org/officeDocument/2006/relationships/slide" Target="/ppt/slides/slide2.xml" Id="R5c3052cd88c644a6" /><Relationship Type="http://schemas.openxmlformats.org/officeDocument/2006/relationships/slide" Target="/ppt/slides/slide3.xml" Id="R9d67eb7fd1cd45df" /><Relationship Type="http://schemas.openxmlformats.org/officeDocument/2006/relationships/slide" Target="/ppt/slides/slide4.xml" Id="Rc60dacdd5aee47f2" /><Relationship Type="http://schemas.openxmlformats.org/officeDocument/2006/relationships/slide" Target="/ppt/slides/slide5.xml" Id="R003b8c91076a47ce" /><Relationship Type="http://schemas.openxmlformats.org/officeDocument/2006/relationships/slide" Target="/ppt/slides/slide6.xml" Id="R679b94ebba5f4bad" /><Relationship Type="http://schemas.openxmlformats.org/officeDocument/2006/relationships/slide" Target="/ppt/slides/slide7.xml" Id="Rf53c5d2ee23b4385" /><Relationship Type="http://schemas.openxmlformats.org/officeDocument/2006/relationships/slide" Target="/ppt/slides/slide8.xml" Id="R25104bbb173a4258" /><Relationship Type="http://schemas.openxmlformats.org/officeDocument/2006/relationships/slide" Target="/ppt/slides/slide9.xml" Id="R71f5416dcf2d4c91" /><Relationship Type="http://schemas.openxmlformats.org/officeDocument/2006/relationships/slide" Target="/ppt/slides/slide10.xml" Id="Rca880bd98e174b96" /><Relationship Type="http://schemas.openxmlformats.org/officeDocument/2006/relationships/slide" Target="/ppt/slides/slide11.xml" Id="R170a23bf4d6e4723" /><Relationship Type="http://schemas.openxmlformats.org/officeDocument/2006/relationships/slide" Target="/ppt/slides/slide12.xml" Id="R12e43fbe32024dd5" /><Relationship Type="http://schemas.openxmlformats.org/officeDocument/2006/relationships/slide" Target="/ppt/slides/slide13.xml" Id="Re9d60bc7c92f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7b94804c84d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608926de374080" /><Relationship Type="http://schemas.openxmlformats.org/officeDocument/2006/relationships/notesMaster" Target="/ppt/notesMasters/notesMaster1.xml" Id="Re5be53f28f57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b24416993a4504" /><Relationship Type="http://schemas.openxmlformats.org/officeDocument/2006/relationships/notesMaster" Target="/ppt/notesMasters/notesMaster1.xml" Id="Rf5d30e6b204a4a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f5753e97949de" /><Relationship Type="http://schemas.openxmlformats.org/officeDocument/2006/relationships/notesMaster" Target="/ppt/notesMasters/notesMaster1.xml" Id="R96354ed2e99e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9a923451c49a6" /><Relationship Type="http://schemas.openxmlformats.org/officeDocument/2006/relationships/notesMaster" Target="/ppt/notesMasters/notesMaster1.xml" Id="Rdcffd033306041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ace1753674ed4" /><Relationship Type="http://schemas.openxmlformats.org/officeDocument/2006/relationships/notesMaster" Target="/ppt/notesMasters/notesMaster1.xml" Id="R869af27f72c3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4e505ac31c4a26" /><Relationship Type="http://schemas.openxmlformats.org/officeDocument/2006/relationships/notesMaster" Target="/ppt/notesMasters/notesMaster1.xml" Id="Rb71a6e5fe8c3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a4d8dc46a4c9e" /><Relationship Type="http://schemas.openxmlformats.org/officeDocument/2006/relationships/notesMaster" Target="/ppt/notesMasters/notesMaster1.xml" Id="R11fcc453cf2641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fe772b3dba4c6a" /><Relationship Type="http://schemas.openxmlformats.org/officeDocument/2006/relationships/notesMaster" Target="/ppt/notesMasters/notesMaster1.xml" Id="R0b28b46bd3874a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1cf3e03c204369" /><Relationship Type="http://schemas.openxmlformats.org/officeDocument/2006/relationships/notesMaster" Target="/ppt/notesMasters/notesMaster1.xml" Id="Rb8d201c3ce5f4e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a48040be6649a3" /><Relationship Type="http://schemas.openxmlformats.org/officeDocument/2006/relationships/notesMaster" Target="/ppt/notesMasters/notesMaster1.xml" Id="R3cfd23fb8d2340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eeec8a9f7a4e8f" /><Relationship Type="http://schemas.openxmlformats.org/officeDocument/2006/relationships/notesMaster" Target="/ppt/notesMasters/notesMaster1.xml" Id="Rac644549b070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550329774145d4" /><Relationship Type="http://schemas.openxmlformats.org/officeDocument/2006/relationships/notesMaster" Target="/ppt/notesMasters/notesMaster1.xml" Id="R4cee07eec9a34c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2a7de0b5f9406d" /><Relationship Type="http://schemas.openxmlformats.org/officeDocument/2006/relationships/notesMaster" Target="/ppt/notesMasters/notesMaster1.xml" Id="R92ecb0d30d26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项目介绍封面。命题来源：根目录《命题05-智能面试仓的开发与应用-新智致远.pdf》。团队正式署名未提供，使用作品名称。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章节页。依据：命题05 PDF 与项目 AGENTS.md。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第1–2页：新生职业路径、毕业生面试训练、企业初筛；效果均为预期，非实测增益。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§2、§10.2；server/models.py；server/services/growth.py；server/services/recruiter.py。企业候选条目回链原 session/report。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章节页。依据：命题05 PDF 与项目 AGENTS.md。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server/services/question_bank.py 当前单场仍按通用2、专业3、情景1取题。题库内容可维护；server/services/orchestrator.py 结合回答决定追问，每题最多一次。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产品介绍按用户要求采用通用岗位定位。实现证据：server/api/jobs.py 支持题库维护和权重设置；jd_parse.py 生成评估建议。当前单场题型比例与正式评分字段仍固定，未宣称已开放这两项配置。当前种子岗位为智能汽车岗位，跨行业适配是产品方向。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§6；web/lib/recorder.ts；server/services/audio.py；server/services/asr.py；server/services/scoring.py。声学特征为语速、停顿、填充词。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评分、证据引用和建议依据 server/services/scoring.py；文本输入缺失语音维度不补零。替换原单份文本样本分数页，解释报告用途。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§6；server/services/scoring.py:36-49 原文证据校验。页面上的话是项目原则概述，不是外部直接引语。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server/services/growth.py、server/services/recruiter.py；同人同岗的可比记录作比较，候选记录可回链原报告。命题05项目端目标为学生训练—企业筛选双向闭环。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§4–6；server/services/llm.py。模型名称和接入地址由配置决定。旗舰云端、备用云端、本地模型按可用配置尝试；超时和错误触发回退，并保留后续时间预算。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总结页。命题源自《命题05-智能面试仓的开发与应用-新智致远.pdf》；同源报告链实现见 server/services/recruiter.py 与 server/services/growth.py。不含下一步行动。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22cad0e064f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feec83079493c" /><Relationship Type="http://schemas.openxmlformats.org/officeDocument/2006/relationships/slideLayout" Target="/ppt/slideLayouts/slideLayout1.xml" Id="Ra2da1553f833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a1553f833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32ed9c2064c81" /><Relationship Type="http://schemas.openxmlformats.org/officeDocument/2006/relationships/image" Target="/ppt/media/image.jpeg" Id="Rb39a87ec57ca40b7" /><Relationship Type="http://schemas.openxmlformats.org/officeDocument/2006/relationships/notesSlide" Target="/ppt/notesSlides/notesSlide1.xml" Id="R8556ade50910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6a52aebe34073" /><Relationship Type="http://schemas.openxmlformats.org/officeDocument/2006/relationships/image" Target="/ppt/media/image2.jpeg" Id="Rfb2b1e299ec64317" /><Relationship Type="http://schemas.openxmlformats.org/officeDocument/2006/relationships/notesSlide" Target="/ppt/notesSlides/notesSlide2.xml" Id="R2760db19c45c4b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9d9ceb4404df2" /><Relationship Type="http://schemas.openxmlformats.org/officeDocument/2006/relationships/image" Target="/ppt/media/image3.jpeg" Id="Re991553cae8e4053" /><Relationship Type="http://schemas.openxmlformats.org/officeDocument/2006/relationships/notesSlide" Target="/ppt/notesSlides/notesSlide3.xml" Id="R0d7c1f57320f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f6fd0a2f54bc3" /><Relationship Type="http://schemas.openxmlformats.org/officeDocument/2006/relationships/image" Target="/ppt/media/image4.jpeg" Id="R8c87df8c45c54858" /><Relationship Type="http://schemas.openxmlformats.org/officeDocument/2006/relationships/notesSlide" Target="/ppt/notesSlides/notesSlide4.xml" Id="Rb67d40e4956c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04ad6f3324b1b" /><Relationship Type="http://schemas.openxmlformats.org/officeDocument/2006/relationships/image" Target="/ppt/media/image5.jpeg" Id="Ra379e927ef984d29" /><Relationship Type="http://schemas.openxmlformats.org/officeDocument/2006/relationships/notesSlide" Target="/ppt/notesSlides/notesSlide5.xml" Id="R153de1f53249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0bd88b7394ef1" /><Relationship Type="http://schemas.openxmlformats.org/officeDocument/2006/relationships/image" Target="/ppt/media/image6.jpeg" Id="R15cb72603f704bcf" /><Relationship Type="http://schemas.openxmlformats.org/officeDocument/2006/relationships/notesSlide" Target="/ppt/notesSlides/notesSlide6.xml" Id="R34e87831a5de40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074af99443f4" /><Relationship Type="http://schemas.openxmlformats.org/officeDocument/2006/relationships/image" Target="/ppt/media/image7.jpeg" Id="Re20b443af20c4645" /><Relationship Type="http://schemas.openxmlformats.org/officeDocument/2006/relationships/notesSlide" Target="/ppt/notesSlides/notesSlide7.xml" Id="Rf6f3635f58af44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0e61729d74503" /><Relationship Type="http://schemas.openxmlformats.org/officeDocument/2006/relationships/image" Target="/ppt/media/image8.jpeg" Id="R7fbcb0c564704dce" /><Relationship Type="http://schemas.openxmlformats.org/officeDocument/2006/relationships/notesSlide" Target="/ppt/notesSlides/notesSlide8.xml" Id="Rd00cab9553124a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cdec3c450450a" /><Relationship Type="http://schemas.openxmlformats.org/officeDocument/2006/relationships/image" Target="/ppt/media/image9.jpeg" Id="Rdad357cb29f347a2" /><Relationship Type="http://schemas.openxmlformats.org/officeDocument/2006/relationships/notesSlide" Target="/ppt/notesSlides/notesSlide9.xml" Id="R65964d2243ca42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a604e786d4594" /><Relationship Type="http://schemas.openxmlformats.org/officeDocument/2006/relationships/image" Target="/ppt/media/image10.jpeg" Id="Rc731dce20f984318" /><Relationship Type="http://schemas.openxmlformats.org/officeDocument/2006/relationships/notesSlide" Target="/ppt/notesSlides/notesSlide10.xml" Id="R32b61a65c0e7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b24fe43934344" /><Relationship Type="http://schemas.openxmlformats.org/officeDocument/2006/relationships/image" Target="/ppt/media/image11.jpeg" Id="R93c26ffb2d244d5b" /><Relationship Type="http://schemas.openxmlformats.org/officeDocument/2006/relationships/notesSlide" Target="/ppt/notesSlides/notesSlide11.xml" Id="Re2b59aeff5de45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165f8c7b444d" /><Relationship Type="http://schemas.openxmlformats.org/officeDocument/2006/relationships/image" Target="/ppt/media/image12.jpeg" Id="R6a2dfc8a13cf418b" /><Relationship Type="http://schemas.openxmlformats.org/officeDocument/2006/relationships/notesSlide" Target="/ppt/notesSlides/notesSlide12.xml" Id="Rda0d4aa4c07b4f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b2dd7cdce4d36" /><Relationship Type="http://schemas.openxmlformats.org/officeDocument/2006/relationships/image" Target="/ppt/media/image13.jpeg" Id="R51964a55dfc245e8" /><Relationship Type="http://schemas.openxmlformats.org/officeDocument/2006/relationships/notesSlide" Target="/ppt/notesSlides/notesSlide13.xml" Id="Rcb332bd8f0714e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a87ec57ca40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98CA5-2454-4545-89F0-FA4BFCFD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901CE-7C9A-4438-9441-810569B6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AFFDA-516B-47DE-93F1-1EFD5AA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79B96-A470-4195-838A-850BB2B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4F20-5A06-4F63-8626-AD405E6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 AI 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8C221-AA7B-4BA7-9F5A-959080D1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智驾未来·AI面试仓</a:t>
            </a:r>
          </a:p>
        </p:txBody>
      </p:sp>
    </p:spTree>
    <p:extLst>
      <p:ext uri="{BB962C8B-B14F-4D97-AF65-F5344CB8AC3E}">
        <p14:creationId xmlns:p14="http://schemas.microsoft.com/office/powerpoint/2010/main" val="789011627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b1e299ec643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E4F46-B523-44D5-8006-12A66C6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F4AC9-B06C-4400-A59F-C88D30D4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1F4A0-6DE0-4FF9-8C39-4A92D30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4429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2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92D5E-C5B6-4EC2-ADA8-D209F405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39FF-B00C-4F86-8AFF-AA71B4F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72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学生获得训练反馈，企业获得筛选依据，项目形成双向闭环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4A7F3-21D2-402F-9DFE-0FBCB265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209005433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1553cae8e40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356A8-B1C9-44ED-B53B-68810D2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01701-254F-4B70-9D6E-7C65285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4A82E-BD1F-4CB0-A33B-B795572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学生端、企业端、项目端协同服务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14A53-8AF9-43DD-A2D9-43A84AC2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BF7D-BD7C-42F7-9E07-2FBF6B2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05025"/>
            <a:ext cx="3276600" cy="33147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1310D-47CD-4AF8-BDC9-6741C68D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966A5-7E26-490E-B9D5-ED425866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9E94A-E7BA-4BD9-8029-DC74A559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新生：了解岗位与学习方向</a:t>
            </a:r>
          </a:p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毕业生：面试训练与反馈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E3F5B-B80B-4879-A067-7864303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职业规划 · 训练 · 成长追踪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E0AAC-E554-4922-9F36-C6F59C4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05025"/>
            <a:ext cx="3276600" cy="33147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DD0FC-958B-4774-BDCA-4FE52ECA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5F82E-5FD1-480C-A39A-7CB0197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1D598-FAF1-4F43-93E2-CA86C257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发布岗位要求与评估标准</a:t>
            </a:r>
          </a:p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查看候选表现与报告依据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9C2EA-8CF8-4DC9-8D23-B5443479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05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岗位配置 · 候选比较 · 初筛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22671-3C46-4CBA-AC4C-E93DBC56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05025"/>
            <a:ext cx="3276600" cy="33147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F5133-E4C9-44CE-8BD3-81F7F11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622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F7742-BB87-4965-8486-7DF21BB1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EFEF9-765A-4AC6-934B-8E2E6EF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贯通学生训练与企业筛选</a:t>
            </a:r>
          </a:p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形成可落地、可推广的方案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18AE0-8D3A-477C-9FFE-FEB7A75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双向闭环 · 岗位适配 · 复用</a:t>
            </a:r>
          </a:p>
        </p:txBody>
      </p:sp>
    </p:spTree>
    <p:extLst>
      <p:ext uri="{BB962C8B-B14F-4D97-AF65-F5344CB8AC3E}">
        <p14:creationId xmlns:p14="http://schemas.microsoft.com/office/powerpoint/2010/main" val="1576518652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7df8c45c548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A08CC-C52B-410E-828B-3C01C4FF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A5CBD-8D8C-428E-8B2A-7A16B7B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E0C72-DB3E-4BB6-A756-82B6EE3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学生训练与企业筛选形成双向闭环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DE561-C2FC-461B-B5C2-B6D6885A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ED448-62CA-448B-8D93-D10B34E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C5B3F-FF32-4553-8F46-7693CDC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C494D-6EA5-4BDA-89B8-180AC0BE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38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C63C-3DF2-479C-8B16-96E1468F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E1F67-29FB-45BB-BD44-24255DB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8127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AEBD6-C7C5-4974-B50B-4762495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765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89FFA-40DA-4257-BF1C-A7738D11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9F015-D7D2-4664-97CA-2EAD3D1D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4B727-0FD4-4459-8272-5286DF7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8127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F7AD9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DAAFB-DB6B-478C-9CE4-07CD949C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765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5ED78-2CE5-4C1C-8492-CB1939A0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38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120A8-73CE-46DE-9891-9377A9A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941C2-4461-499B-AD47-9CFEF4C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8127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37559-05E7-43AD-BD99-EE448CF8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765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9B301-51FF-43EA-B003-1D3E819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38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8CBD3-1EA3-4B72-B217-83A22C3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AAFEF-CB29-4707-B18D-3233FB35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8127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CA0E5-340C-43CB-AE09-A1423E4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765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8B6C6-5228-4925-8E46-2817FFE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767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企业设置岗位要求 → 学生按岗位训练 → 报告回流企业初筛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2E7C1-766B-4B6B-9001-4E1A01DF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项目端贯通题库、训练与报告；学生按建议再次训练</a:t>
            </a:r>
          </a:p>
        </p:txBody>
      </p:sp>
    </p:spTree>
    <p:extLst>
      <p:ext uri="{BB962C8B-B14F-4D97-AF65-F5344CB8AC3E}">
        <p14:creationId xmlns:p14="http://schemas.microsoft.com/office/powerpoint/2010/main" val="1954395467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9e927ef984d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A854C-84DD-4447-B8C5-6139AC7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DB5CC-E150-454D-878E-FB67403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16C1B-B81F-4F42-9930-303B532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4429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2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729B1-A1E7-44BC-BC95-B7170EA0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如何运行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ED57C-7204-4204-BD7C-B93C89AD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72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岗位题库、语音链路与证据评分协同工作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E9B0E-CF09-4B06-8B8E-FAAB311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423450105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b72603f704b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38955-3C03-4279-860A-FF912644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2302C-5C5A-483A-B798-07F083A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AACA9-CB18-4AA3-819F-CF9EC33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围绕岗位要求完成一轮模拟面试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F50DD-601D-440D-AC7A-D981104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C5931-E56B-4597-A74C-77B53854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14600"/>
            <a:ext cx="2238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BE9E2-FADA-4E7B-9D8A-018BF36C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09850"/>
            <a:ext cx="204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选岗位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2A5F6-F3E5-4135-B38D-A8970E06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71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8957C-8D21-4D8F-A7AC-CD782C70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9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B42BE-80D8-4403-804A-12DA70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2238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C4C45-6BBB-4009-91AB-0177B14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204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设备自检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B67BA-C634-4A48-B7EC-DB9D7DC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66FF5-6449-4B74-BF36-69DC956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9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C7C17-8D21-43DA-AA7D-9F8A054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14600"/>
            <a:ext cx="2238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F7AD9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A6BA7-59F0-437C-AFD7-80320C33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09850"/>
            <a:ext cx="204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89CE8-7849-4149-BD9E-8905619C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71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2734-45BE-4EB8-AF06-E62651A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C69E5-B8B8-4080-9682-D728C3B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2238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79087-7EA6-496B-9A49-4F4CB883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204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07554-373D-4233-A7E2-878177A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按岗位题库组织问答，结合实际回答判断追问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1B9DD-51E1-4622-939C-2EB811D8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系统根据回答决定追问；进度保存，刷新后可继续</a:t>
            </a:r>
          </a:p>
        </p:txBody>
      </p:sp>
    </p:spTree>
    <p:extLst>
      <p:ext uri="{BB962C8B-B14F-4D97-AF65-F5344CB8AC3E}">
        <p14:creationId xmlns:p14="http://schemas.microsoft.com/office/powerpoint/2010/main" val="892759082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b443af20c46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A0C99-385B-4E33-BF68-DAC2E34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D0892-C0D5-4963-BA20-4486E1D3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B6168-799F-4D88-A1A4-9C3B1654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按岗位配置题库与评价重点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1E756-7FCF-4544-AA02-8246CEF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9255F-7FCC-4442-A0BA-E418D25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333750" cy="34575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E2875-B756-4177-B469-6E4BDD7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479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0F886-7FD7-4C58-8E42-956F880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9087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8A97C-EE28-4932-9234-9A38A72D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862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根据岗位要求生成题库草案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50C4F-6C01-4DAA-BAC5-08DBEA1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529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增删题目，维护题型与内容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C2FDC-B070-4C92-8E21-12A187C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24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通用问答 / 专业问题 / 情景题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82B6A-5D13-4CE1-9184-06361BC6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47875"/>
            <a:ext cx="3333750" cy="34575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32508-1A78-42C8-8656-C5787A4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8987A-3629-402B-ABEF-E5DA9902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评价标准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09598-B52C-44F3-8854-26FFA14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根据岗位描述生成评估建议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EBB74-C6B9-4866-AF29-DB895313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529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调整候选排序的各项权重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72741-EA01-4AC5-9129-F702D32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24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突出不同岗位的考察重点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A745D-2FE9-4CF1-A68B-3E42871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333750" cy="34575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C57E-5B4B-4198-A9B8-1F097B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479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71C95-4830-4498-AABC-BDFE7DC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BF90C-7EF1-4FF6-B647-57EB421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862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选择岗位后读取相应题库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20A5E-CEE3-418D-BFB8-DFDB2DA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529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训练报告支撑企业候选比较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5E5D8-90D2-4897-9601-2280073D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便于学生练习、企业比较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73F92-8FCF-471C-9B67-8617558A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题库内容、岗位评估建议与初筛权重可维护，适配不同岗位需求</a:t>
            </a:r>
          </a:p>
        </p:txBody>
      </p:sp>
    </p:spTree>
    <p:extLst>
      <p:ext uri="{BB962C8B-B14F-4D97-AF65-F5344CB8AC3E}">
        <p14:creationId xmlns:p14="http://schemas.microsoft.com/office/powerpoint/2010/main" val="187409589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cb0c564704d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6E0D4-3EA2-4BD3-960A-A3B042F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62C9C-EDC3-4971-9382-1FD1FA4C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DB9D-8BC1-476A-B01A-D43EDAB5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语音回答如何转成有依据的报告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A6D6-8F06-4B46-8EC9-FBB15A3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9168A-3EE9-4E18-ACAF-A986F775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C598E-A366-4144-AAC2-7FA03D0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WebM采集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C3C20-71D4-4A4A-BEF1-D9E717F9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2AD77-FAA2-4F65-9947-0BDF439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479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6959A-96B0-4F85-94C7-9C677973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2E4BA-1AEC-43F8-B901-7D94F081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16k转码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4FB0A-7300-43B8-AF6D-C60B0781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09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E536B-41D5-4B7C-850F-512381D8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01B35-207F-4691-ADFC-79779EC4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F931C-E62D-4C4C-94BB-6880E2D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ASR转写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05A2B-948E-4052-B718-9A2408A4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09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7E4BA-FCA4-4269-9508-0F37183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479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FC6E7-9421-4748-ACD9-2F652462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F7AD9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946CB-A27B-4BCF-A764-11F418E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C6D32-E6FA-46BF-97C0-C6DEB444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50006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6A8DFF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A8FEC-07DC-4E1D-9B95-2D5B44E7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481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7454C-E4D5-4F4E-A1C1-5E70A7A4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7197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结合语速、停顿与口头禅评估表达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2DD6E-A7B8-472E-887E-A085E0D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38550"/>
            <a:ext cx="49911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6A8DFF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AF5F8-7CC5-41EB-AB05-02837DE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2677B-AF44-401D-96EC-04A95C6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7197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按岗位标准评分，附回答原话与理由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E4863-B6C2-49BC-AB5F-5A6286D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系统朗读问题 → 学生录音作答 → 转为文字并统计表达特征 → 生成报告</a:t>
            </a:r>
          </a:p>
        </p:txBody>
      </p:sp>
    </p:spTree>
    <p:extLst>
      <p:ext uri="{BB962C8B-B14F-4D97-AF65-F5344CB8AC3E}">
        <p14:creationId xmlns:p14="http://schemas.microsoft.com/office/powerpoint/2010/main" val="1168138813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357cb29f347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F3A01-70F0-408D-897A-886B772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8BA36-06AB-472D-BD91-D389536A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D757D-C670-4779-8E04-42C79002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评分报告指出问题，并给出练习方向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12D0F-420F-4EF6-AD58-72BB6FCE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E0F3-C02C-493F-9219-F61562AC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059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058DA-9634-4736-A7AC-8AA1880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看表现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BA4EF-32CF-4561-A0D9-37B455B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43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各项得分与总体表现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7099B-8816-4EA2-ABB8-98296A6A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812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按当前岗位的评价标准，了解优势与薄弱项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0B05B-04E1-4129-8302-0337DD2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59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5D9D8-B1F8-4EF3-A566-7C70BA4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找原因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9CBED-904A-4AA7-B1FC-652080F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337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回答原话与评分理由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499C3-455E-44A2-9136-2248D74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7719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把分数对应到具体回答，说明哪里做得好、哪里不足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1C1EE-72FD-494F-A6E2-2515BE6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1059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3AF79-9A36-4E5E-BE6A-C471201E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再练习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AFE28-3768-4E43-A184-C93FDA1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2437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改进建议与历史记录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632A2-3C01-470F-830B-AEC1D20B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625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根据建议重新组织答案，完成训练后回看变化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FF725-EC3C-4C0E-91B0-A80835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未获得的数据不打分：例如纯文字回答不评估语音流畅度</a:t>
            </a:r>
          </a:p>
        </p:txBody>
      </p:sp>
    </p:spTree>
    <p:extLst>
      <p:ext uri="{BB962C8B-B14F-4D97-AF65-F5344CB8AC3E}">
        <p14:creationId xmlns:p14="http://schemas.microsoft.com/office/powerpoint/2010/main" val="362388094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1dce20f9843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C81A5-5737-4E31-A713-FF4297C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FF7A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9BEC3-0FDA-4DD9-89FC-1F01C9E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43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B3F2-1323-42DA-B18C-CE85C21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每个分数，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11115-E0B1-47B3-9C67-7BF3087B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都能回到学生的原话。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1ACC9-AE2E-4E89-B64B-B0F5E45E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72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用回答中的原话解释评分，让学生知道问题出在哪里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51EE7-3376-422B-A393-6AC87AE2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263213366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26ffb2d244d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8DB40-9BE3-4F63-98C9-2AD78CB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38BE-9064-4C54-8F96-7C61552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9DBD4-B50E-4560-ABD4-35ABA1A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一份训练报告，同时服务成长与初筛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B9BE3-D3C5-4FCA-9D58-509EDEC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8814D-C4CB-4AE3-9D94-CA0CFBC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875AE-45AF-436D-8691-F46DD6B8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78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E20D6-2746-4188-B723-17F1C85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54BB2-18FC-40FD-A227-1978C69D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9450"/>
            <a:ext cx="578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C3851-7CB2-4A9A-A77D-B17A7CF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94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5AF99-789A-41A8-81FF-E4DDFF4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E66CF-A3C8-4145-A09D-A91F0BC1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77202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CDBF3-F73D-403F-A1BF-49F6B342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576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学生：持续改进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D9489-D6E4-4506-9FC4-8EDF5C11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5767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按学生、岗位保存训练历史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6C599-5069-4D85-9481-45A78F4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5772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回看原报告、回答依据与改进建议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C16F3-028A-4CA2-A0B0-979F998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5777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比较可比训练的变化，再次练习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FDA81-8CDD-48A3-9AF1-F04B1C3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477202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20518-4567-4C96-A21E-40021BA4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576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企业：辅助初筛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2A10F-18B8-4473-8CF3-9BA8972B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5767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按岗位查看候选人的训练表现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965FE-9494-4578-8220-5F237EF5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5772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同一学生更新记录，避免重复入列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294BA-F94C-4C74-83DF-43741FD4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5777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按适用规则排序，打开原报告核对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5FFBA-0636-444C-B72F-110EC7A3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4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项目端连接岗位要求、真实训练与原始报告，形成可追溯的双向闭环</a:t>
            </a:r>
          </a:p>
        </p:txBody>
      </p:sp>
    </p:spTree>
    <p:extLst>
      <p:ext uri="{BB962C8B-B14F-4D97-AF65-F5344CB8AC3E}">
        <p14:creationId xmlns:p14="http://schemas.microsoft.com/office/powerpoint/2010/main" val="800401634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dfc8a13cf41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6CC2A-B93E-4F3D-9C99-14D2E43A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DE87-C393-4187-BB65-095A7BA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F0DB7-9576-44B1-82B0-63FC3A34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本机运行，模型故障时自动切换备用方案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64CCF-3D32-48F7-8926-92F998B1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922FA-E543-48A9-B051-C8661C6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68D82-4802-4DB1-B392-3B193AB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页面交互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BC8DE-7971-4CAA-9050-D9E7016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669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2E62-4BC9-4304-BEEA-57996B0A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66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220FE-FD84-4D72-84D2-E77ED84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+ SQLAlchemy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38AF3-0A78-4BD4-99C2-F151189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66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数据保存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1E1C-AC6F-45A4-9A4F-F22E6442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669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本机/局域网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3B727-C9A4-477A-8ABF-C027F99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3238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16A43-C514-40E7-AC92-C5431E31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首选云端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A4F1D-3AC5-4FBC-AB87-2409228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4325"/>
            <a:ext cx="2790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完成问答编排、评分</a:t>
            </a:r>
          </a:p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与岗位需求解析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6AE97-A619-43C7-8353-C992828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52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25B8A-54A4-4ABD-BDFC-CFBB01D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05175"/>
            <a:ext cx="3238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E4F6B-0713-4B4D-B556-CDCEB22D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0520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备用云端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9E623-A446-4399-8A9E-692273E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24325"/>
            <a:ext cx="2790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首选超时或出错</a:t>
            </a:r>
          </a:p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尝试备用云端模型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2C681-C990-4E63-8FD4-034BCC37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9CF43-C921-43D4-825D-51CD1CD5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3238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C263E-3CC9-4174-997F-14335851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6E062-7FC8-40D0-8A60-B4D9BFD5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24325"/>
            <a:ext cx="2790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云端不可用时</a:t>
            </a:r>
          </a:p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继续尝试本地模型服务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842B9-9006-452A-B5BD-37A8CD3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每次调用设超时并检查返回格式；模型名称与地址可在配置中更换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95CBF-FA8D-4A88-B3D4-DC58E1D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7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追问失败可继续下一题；评分按可用备用方案处理</a:t>
            </a:r>
          </a:p>
        </p:txBody>
      </p:sp>
    </p:spTree>
    <p:extLst>
      <p:ext uri="{BB962C8B-B14F-4D97-AF65-F5344CB8AC3E}">
        <p14:creationId xmlns:p14="http://schemas.microsoft.com/office/powerpoint/2010/main" val="2098282802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64a55dfc245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4B35E-AEFA-4F8C-922A-9E0BD4B7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05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647A0-E03A-4BD7-B8AB-5A8749C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382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 · AI面试仓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F01C3-E6DE-4188-AE9A-C75B0C6A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44DBC-0122-4D00-91F6-BC2BE08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面试训练与企业初筛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4F7A3-3FEB-4FBC-9046-43483CC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以岗位要求连接学生成长与企业用人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92BAF-CBC7-4254-B5BD-E526047A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866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支持不同岗位配置，形成可落地、可推广的 AI 面试仓方案</a:t>
            </a:r>
          </a:p>
        </p:txBody>
      </p:sp>
    </p:spTree>
    <p:extLst>
      <p:ext uri="{BB962C8B-B14F-4D97-AF65-F5344CB8AC3E}">
        <p14:creationId xmlns:p14="http://schemas.microsoft.com/office/powerpoint/2010/main" val="54996426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2026-09-28T00:36:34.4840000Z</dcterms:created>
  <dcterms:modified xsi:type="dcterms:W3CDTF">2026-09-28T00:36:34.4840000Z</dcterms:modified>
</coreProperties>
</file>